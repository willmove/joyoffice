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4472C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2CE-7842-870E-BD34142782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100"/>
        <c:axId val="200"/>
      </c:barChart>
      <c:catAx>
        <c:axId val="1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4472C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225-C847-995B-6F5D42BCF7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100"/>
        <c:axId val="200"/>
      </c:barChart>
      <c:catAx>
        <c:axId val="1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ln w="25400">
              <a:solidFill>
                <a:srgbClr val="4472C4"/>
              </a:solidFill>
            </a:ln>
          </c:spPr>
          <c:marker>
            <c:symbol val="circle"/>
            <c:size val="5"/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23-564F-B765-598F43CDE5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marker val="1"/>
        <c:smooth val="0"/>
        <c:axId val="100"/>
        <c:axId val="200"/>
      </c:lineChart>
      <c:catAx>
        <c:axId val="1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87B0-4E44-821E-5A479B78F99A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3-87B0-4E44-821E-5A479B78F99A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5-87B0-4E44-821E-5A479B78F99A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7-87B0-4E44-821E-5A479B78F99A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7B0-4E44-821E-5A479B78F99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1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ln w="25400">
              <a:solidFill>
                <a:srgbClr val="4472C4"/>
              </a:solidFill>
            </a:ln>
          </c:spPr>
          <c:marker>
            <c:symbol val="circle"/>
            <c:size val="5"/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950-014F-8610-3CBB65CF1F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axId val="100"/>
        <c:axId val="200"/>
      </c:scatterChart>
      <c:valAx>
        <c:axId val="10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zh-CN"/>
                  <a:t>投入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00"/>
        <c:crosses val="autoZero"/>
        <c:crossBetween val="between"/>
      </c:val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52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私密演讲者备注：第1页，仅在演示者窗口可见。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私密演讲者备注：第2页，仅在演示者窗口可见。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私密演讲者备注：第3页，仅在演示者窗口可见。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私密演讲者备注：第4页，仅在演示者窗口可见。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私密演讲者备注：第5页，仅在演示者窗口可见。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私密演讲者备注：第6页，仅在演示者窗口可见。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私密演讲者备注：第7页，仅在演示者窗口可见。</a:t>
            </a: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JoyDeck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柱形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0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柱形图</a:t>
            </a:r>
            <a:endParaRPr sz="3000"/>
          </a:p>
        </p:txBody>
      </p:sp>
      <p:graphicFrame>
        <p:nvGraphicFramePr>
          <p:cNvPr id="3" name="content-0"/>
          <p:cNvGraphicFramePr/>
          <p:nvPr>
            <p:extLst>
              <p:ext uri="{D42A27DB-BD31-4B8C-83A1-F6EECF244321}">
                <p14:modId xmlns:p14="http://schemas.microsoft.com/office/powerpoint/2010/main" val="2719816507"/>
              </p:ext>
            </p:extLst>
          </p:nvPr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0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条形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条形图</a:t>
            </a:r>
            <a:endParaRPr sz="3000"/>
          </a:p>
        </p:txBody>
      </p:sp>
      <p:graphicFrame>
        <p:nvGraphicFramePr>
          <p:cNvPr id="3" name="content-1"/>
          <p:cNvGraphicFramePr/>
          <p:nvPr/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1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折线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折线图</a:t>
            </a:r>
            <a:endParaRPr sz="3000"/>
          </a:p>
        </p:txBody>
      </p:sp>
      <p:graphicFrame>
        <p:nvGraphicFramePr>
          <p:cNvPr id="3" name="content-2"/>
          <p:cNvGraphicFramePr/>
          <p:nvPr/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2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饼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饼图</a:t>
            </a:r>
            <a:endParaRPr sz="3000"/>
          </a:p>
        </p:txBody>
      </p:sp>
      <p:graphicFrame>
        <p:nvGraphicFramePr>
          <p:cNvPr id="3" name="content-3"/>
          <p:cNvGraphicFramePr/>
          <p:nvPr/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3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散点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散点图</a:t>
            </a:r>
            <a:endParaRPr sz="3000"/>
          </a:p>
        </p:txBody>
      </p:sp>
      <p:graphicFrame>
        <p:nvGraphicFramePr>
          <p:cNvPr id="3" name="content-4"/>
          <p:cNvGraphicFramePr/>
          <p:nvPr/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4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从计划到成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从计划到成果</a:t>
            </a:r>
            <a:endParaRPr sz="3000"/>
          </a:p>
        </p:txBody>
      </p:sp>
      <p:grpSp>
        <p:nvGrpSpPr>
          <p:cNvPr id="3" name="content-5"/>
          <p:cNvGrpSpPr/>
          <p:nvPr/>
        </p:nvGrpSpPr>
        <p:grpSpPr>
          <a:xfrm>
            <a:off x="939800" y="1549400"/>
            <a:ext cx="10312400" cy="4191000"/>
            <a:chOff x="939800" y="1549400"/>
            <a:chExt cx="10312400" cy="4191000"/>
          </a:xfrm>
        </p:grpSpPr>
        <p:sp>
          <p:nvSpPr>
            <p:cNvPr id="1000768" name="content-5:node:0"/>
            <p:cNvSpPr/>
            <p:nvPr/>
          </p:nvSpPr>
          <p:spPr>
            <a:xfrm>
              <a:off x="939800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69" name="content-5:text:0"/>
            <p:cNvSpPr txBox="1"/>
            <p:nvPr/>
          </p:nvSpPr>
          <p:spPr>
            <a:xfrm>
              <a:off x="1016000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制定计划</a:t>
              </a:r>
              <a:endParaRPr sz="2400"/>
            </a:p>
          </p:txBody>
        </p:sp>
        <p:sp>
          <p:nvSpPr>
            <p:cNvPr id="1000770" name="content-5:arrow:0"/>
            <p:cNvSpPr/>
            <p:nvPr/>
          </p:nvSpPr>
          <p:spPr>
            <a:xfrm>
              <a:off x="3887046" y="3435350"/>
              <a:ext cx="464820" cy="419100"/>
            </a:xfrm>
            <a:prstGeom prst="rightArrow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1" name="content-5:node:1"/>
            <p:cNvSpPr/>
            <p:nvPr/>
          </p:nvSpPr>
          <p:spPr>
            <a:xfrm>
              <a:off x="4377267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2" name="content-5:text:1"/>
            <p:cNvSpPr txBox="1"/>
            <p:nvPr/>
          </p:nvSpPr>
          <p:spPr>
            <a:xfrm>
              <a:off x="4453467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组织实施</a:t>
              </a:r>
              <a:endParaRPr sz="2400"/>
            </a:p>
          </p:txBody>
        </p:sp>
        <p:sp>
          <p:nvSpPr>
            <p:cNvPr id="1000773" name="content-5:arrow:1"/>
            <p:cNvSpPr/>
            <p:nvPr/>
          </p:nvSpPr>
          <p:spPr>
            <a:xfrm>
              <a:off x="7324513" y="3435350"/>
              <a:ext cx="464820" cy="419100"/>
            </a:xfrm>
            <a:prstGeom prst="rightArrow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4" name="content-5:node:2"/>
            <p:cNvSpPr/>
            <p:nvPr/>
          </p:nvSpPr>
          <p:spPr>
            <a:xfrm>
              <a:off x="7814733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5" name="content-5:text:2"/>
            <p:cNvSpPr txBox="1"/>
            <p:nvPr/>
          </p:nvSpPr>
          <p:spPr>
            <a:xfrm>
              <a:off x="7890933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评估优化</a:t>
              </a:r>
              <a:endParaRPr sz="2400"/>
            </a:p>
          </p:txBody>
        </p:sp>
      </p:grpSp>
      <p:sp>
        <p:nvSpPr>
          <p:cNvPr id="4" name="footer-5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从计划到成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从计划到成果</a:t>
            </a:r>
            <a:endParaRPr sz="3000"/>
          </a:p>
        </p:txBody>
      </p:sp>
      <p:grpSp>
        <p:nvGrpSpPr>
          <p:cNvPr id="3" name="content-6"/>
          <p:cNvGrpSpPr/>
          <p:nvPr/>
        </p:nvGrpSpPr>
        <p:grpSpPr>
          <a:xfrm>
            <a:off x="939800" y="1549400"/>
            <a:ext cx="10312400" cy="4191000"/>
            <a:chOff x="939800" y="1549400"/>
            <a:chExt cx="10312400" cy="4191000"/>
          </a:xfrm>
        </p:grpSpPr>
        <p:sp>
          <p:nvSpPr>
            <p:cNvPr id="1000768" name="content-6:connector:1"/>
            <p:cNvSpPr/>
            <p:nvPr/>
          </p:nvSpPr>
          <p:spPr>
            <a:xfrm rot="10193081">
              <a:off x="3498664" y="2716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69" name="content-6:connector:2"/>
            <p:cNvSpPr/>
            <p:nvPr/>
          </p:nvSpPr>
          <p:spPr>
            <a:xfrm rot="573548">
              <a:off x="3498664" y="4113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0" name="content-6:connector:3"/>
            <p:cNvSpPr/>
            <p:nvPr/>
          </p:nvSpPr>
          <p:spPr>
            <a:xfrm rot="573547">
              <a:off x="6076764" y="2716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1" name="content-6:node:0"/>
            <p:cNvSpPr/>
            <p:nvPr/>
          </p:nvSpPr>
          <p:spPr>
            <a:xfrm>
              <a:off x="990600" y="1549400"/>
              <a:ext cx="102108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2" name="content-6:text:0"/>
            <p:cNvSpPr txBox="1"/>
            <p:nvPr/>
          </p:nvSpPr>
          <p:spPr>
            <a:xfrm>
              <a:off x="1066800" y="1786890"/>
              <a:ext cx="100584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业务计划</a:t>
              </a:r>
              <a:endParaRPr sz="2400"/>
            </a:p>
          </p:txBody>
        </p:sp>
        <p:sp>
          <p:nvSpPr>
            <p:cNvPr id="1000773" name="content-6:node:1"/>
            <p:cNvSpPr/>
            <p:nvPr/>
          </p:nvSpPr>
          <p:spPr>
            <a:xfrm>
              <a:off x="990600" y="2946400"/>
              <a:ext cx="50546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4" name="content-6:text:1"/>
            <p:cNvSpPr txBox="1"/>
            <p:nvPr/>
          </p:nvSpPr>
          <p:spPr>
            <a:xfrm>
              <a:off x="1066800" y="3183890"/>
              <a:ext cx="49022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客户增长</a:t>
              </a:r>
              <a:endParaRPr sz="2400"/>
            </a:p>
          </p:txBody>
        </p:sp>
        <p:sp>
          <p:nvSpPr>
            <p:cNvPr id="1000775" name="content-6:node:2"/>
            <p:cNvSpPr/>
            <p:nvPr/>
          </p:nvSpPr>
          <p:spPr>
            <a:xfrm>
              <a:off x="990600" y="4343400"/>
              <a:ext cx="102108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6" name="content-6:text:2"/>
            <p:cNvSpPr txBox="1"/>
            <p:nvPr/>
          </p:nvSpPr>
          <p:spPr>
            <a:xfrm>
              <a:off x="1066800" y="4580890"/>
              <a:ext cx="100584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客户体验</a:t>
              </a:r>
              <a:endParaRPr sz="2400"/>
            </a:p>
          </p:txBody>
        </p:sp>
        <p:sp>
          <p:nvSpPr>
            <p:cNvPr id="1000777" name="content-6:node:3"/>
            <p:cNvSpPr/>
            <p:nvPr/>
          </p:nvSpPr>
          <p:spPr>
            <a:xfrm>
              <a:off x="6146800" y="2946400"/>
              <a:ext cx="50546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8" name="content-6:text:3"/>
            <p:cNvSpPr txBox="1"/>
            <p:nvPr/>
          </p:nvSpPr>
          <p:spPr>
            <a:xfrm>
              <a:off x="6223000" y="3183890"/>
              <a:ext cx="49022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产品迭代</a:t>
              </a:r>
              <a:endParaRPr sz="2400"/>
            </a:p>
          </p:txBody>
        </p:sp>
      </p:grpSp>
      <p:sp>
        <p:nvSpPr>
          <p:cNvPr id="4" name="footer-6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JoyDeck Original">
  <a:themeElements>
    <a:clrScheme name="JoyDeck">
      <a:dk1>
        <a:srgbClr val="202B3A"/>
      </a:dk1>
      <a:lt1>
        <a:srgbClr val="FFFFFF"/>
      </a:lt1>
      <a:dk2>
        <a:srgbClr val="15202D"/>
      </a:dk2>
      <a:lt2>
        <a:srgbClr val="EEEEEE"/>
      </a:lt2>
      <a:accent1>
        <a:srgbClr val="087F8C"/>
      </a:accent1>
      <a:accent2>
        <a:srgbClr val="1265C5"/>
      </a:accent2>
      <a:accent3>
        <a:srgbClr val="C05050"/>
      </a:accent3>
      <a:accent4>
        <a:srgbClr val="808040"/>
      </a:accent4>
      <a:accent5>
        <a:srgbClr val="804080"/>
      </a:accent5>
      <a:accent6>
        <a:srgbClr val="408080"/>
      </a:accent6>
      <a:hlink>
        <a:srgbClr val="0000FF"/>
      </a:hlink>
      <a:folHlink>
        <a:srgbClr val="800080"/>
      </a:folHlink>
    </a:clrScheme>
    <a:fontScheme name="Joy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jd:document xmlns:jd="urn:joydeck:interop:1" version="1" digest="966c45665f1d19c49142afc194ff6956f1f11ae170cf4a8fd652689c7b369810">eyJwcmVzZW50YXRpb24iOnsic2xpZGVzIjp7InBhZ2UtMCI6eyJ0cmFuc2l0aW9uIjoibm9uZSIsImR1cmF0aW9uX21zIjo2MDAsImFkdmFuY2VfbXMiOm51bGwsImVmZmVjdHMiOlt7ImlkIjoiZW50cmFuY2UtMCIsInRhcmdldCI6ImNvbnRlbnQtMCIsImtpbmQiOiJmYWRlIiwidHJpZ2dlciI6ImNsaWNrIiwiZHVyYXRpb25fbXMiOjYwMCwiZGVsYXlfbXMiOjAsInJlcGVhdHMiOjEsImF1dG9fcmV2ZXJzZSI6ZmFsc2UsInJld2luZCI6ZmFsc2UsInBhcmFncmFwaCI6bnVsbCwiZHgiOi0xODAuMCwiZHkiOjAuMCwiYW1vdW50IjozNjAuMH1dfSwicGFnZS0xIjp7InRyYW5zaXRpb24iOiJmYWRlIiwiZHVyYXRpb25fbXMiOjYwMCwiYWR2YW5jZV9tcyI6bnVsbCwiZWZmZWN0cyI6W3siaWQiOiJlbnRyYW5jZS0xIiwidGFyZ2V0IjoiY29udGVudC0xIiwia2luZCI6ImZhZGUiLCJ0cmlnZ2VyIjoiY2xpY2siLCJkdXJhdGlvbl9tcyI6NjAwLCJkZWxheV9tcyI6MCwicmVwZWF0cyI6MSwiYXV0b19yZXZlcnNlIjpmYWxzZSwicmV3aW5kIjpmYWxzZSwicGFyYWdyYXBoIjpudWxsLCJkeCI6LTE4MC4wLCJkeSI6MC4wLCJhbW91bnQiOjM2MC4wfV19LCJwYWdlLTIiOnsidHJhbnNpdGlvbiI6ImZhZGUiLCJkdXJhdGlvbl9tcyI6NjAwLCJhZHZhbmNlX21zIjpudWxsLCJlZmZlY3RzIjpbeyJpZCI6ImVudHJhbmNlLTIiLCJ0YXJnZXQiOiJjb250ZW50LTIiLCJraW5kIjoiZmFkZSIsInRyaWdnZXIiOiJjbGljayIsImR1cmF0aW9uX21zIjo2MDAsImRlbGF5X21zIjowLCJyZXBlYXRzIjoxLCJhdXRvX3JldmVyc2UiOmZhbHNlLCJyZXdpbmQiOmZhbHNlLCJwYXJhZ3JhcGgiOm51bGwsImR4IjotMTgwLjAsImR5IjowLjAsImFtb3VudCI6MzYwLjB9XX0sInBhZ2UtMyI6eyJ0cmFuc2l0aW9uIjoiZmFkZSIsImR1cmF0aW9uX21zIjo2MDAsImFkdmFuY2VfbXMiOm51bGwsImVmZmVjdHMiOlt7ImlkIjoiZW50cmFuY2UtMyIsInRhcmdldCI6ImNvbnRlbnQtMyIsImtpbmQiOiJmYWRlIiwidHJpZ2dlciI6ImNsaWNrIiwiZHVyYXRpb25fbXMiOjYwMCwiZGVsYXlfbXMiOjAsInJlcGVhdHMiOjEsImF1dG9fcmV2ZXJzZSI6ZmFsc2UsInJld2luZCI6ZmFsc2UsInBhcmFncmFwaCI6bnVsbCwiZHgiOi0xODAuMCwiZHkiOjAuMCwiYW1vdW50IjozNjAuMH1dfSwicGFnZS00Ijp7InRyYW5zaXRpb24iOiJmYWRlIiwiZHVyYXRpb25fbXMiOjYwMCwiYWR2YW5jZV9tcyI6bnVsbCwiZWZmZWN0cyI6W3siaWQiOiJlbnRyYW5jZS00IiwidGFyZ2V0IjoiY29udGVudC00Iiwia2luZCI6ImZhZGUiLCJ0cmlnZ2VyIjoiY2xpY2siLCJkdXJhdGlvbl9tcyI6NjAwLCJkZWxheV9tcyI6MCwicmVwZWF0cyI6MSwiYXV0b19yZXZlcnNlIjpmYWxzZSwicmV3aW5kIjpmYWxzZSwicGFyYWdyYXBoIjpudWxsLCJkeCI6LTE4MC4wLCJkeSI6MC4wLCJhbW91bnQiOjM2MC4wfV19LCJwYWdlLTUiOnsidHJhbnNpdGlvbiI6ImZhZGUiLCJkdXJhdGlvbl9tcyI6NjAwLCJhZHZhbmNlX21zIjpudWxsLCJlZmZlY3RzIjpbeyJpZCI6ImVudHJhbmNlLTUiLCJ0YXJnZXQiOiJjb250ZW50LTUiLCJraW5kIjoiZmFkZSIsInRyaWdnZXIiOiJjbGljayIsImR1cmF0aW9uX21zIjo2MDAsImRlbGF5X21zIjowLCJyZXBlYXRzIjoxLCJhdXRvX3JldmVyc2UiOmZhbHNlLCJyZXdpbmQiOmZhbHNlLCJwYXJhZ3JhcGgiOm51bGwsImR4IjotMTgwLjAsImR5IjowLjAsImFtb3VudCI6MzYwLjB9XX0sInBhZ2UtNiI6eyJ0cmFuc2l0aW9uIjoiZmFkZSIsImR1cmF0aW9uX21zIjo2MDAsImFkdmFuY2VfbXMiOm51bGwsImVmZmVjdHMiOlt7ImlkIjoiZW50cmFuY2UtNiIsInRhcmdldCI6ImNvbnRlbnQtNiIsImtpbmQiOiJmYWRlIiwidHJpZ2dlciI6ImNsaWNrIiwiZHVyYXRpb25fbXMiOjYwMCwiZGVsYXlfbXMiOjAsInJlcGVhdHMiOjEsImF1dG9fcmV2ZXJzZSI6ZmFsc2UsInJld2luZCI6ZmFsc2UsInBhcmFncmFwaCI6bnVsbCwiZHgiOi0xODAuMCwiZHkiOjAuMCwiYW1vdW50IjozNjAuMH1dfX0sIm9yZGVyIjpbXSwibG9vcF9zaG93IjpmYWxzZSwibGlua3MiOnt9fSwiZGVzaWduIjp7InRoZW1lcyI6e30sIm1hc3RlcnMiOnt9LCJsYXlvdXRzIjp7fX0sIm9yZ2FuaXphdGlvbiI6eyJhdXRob3IiOiIiLCJzdWJqZWN0IjoiIiwic2VjdGlvbnMiOnt9fSwiZmllbGREYXRlIjoiIiwidGl0bGUiOiLlraPluqbkuJrliqHlm57pob4iLCJ3aWR0aCI6OTYwLjAsImhlaWdodCI6NTQwLjAsInNsaWRlcyI6W3sibGF5b3V0IjpudWxsLCJpbmhlcml0X2JhY2tncm91bmQiOmZhbHNlLCJub3RlcyI6IuengeWvhua8lOiusuiAheWkh+azqO+8muesrDHpobXvvIzku4XlnKjmvJTnpLrogIXnqpflj6Plj6/op4HjgIIiLCJzZWN0aW9uIjpudWxsLCJoaWRkZW4iOmZhbHNlLCJpZCI6InBhZ2UtMCIsInRpdGxlIjoi5a2j5bqm5Lia5Yqh6KGo546wIMK3IOafseW9ouWbviIsImJhY2tncm91bmQiOiIjZmZmZmZmIiwib2JqZWN0cyI6W3siaWQiOiJ0aXRsZS0wIiwicm90YXRpb24iOjAuMCwib3BhY2l0eSI6MS4wLCJzdHJva2UiOiIjMjAyYjNhIiwic3Ryb2tlV2lkdGgiOjAuMCwia2luZCI6InRleHQiLCJ4Ijo1NC4wLCJ5IjozMi4wLCJ3aWR0aCI6ODUwLjAsImhlaWdodCI6NTAuMCwiZmlsbCI6IiMyMDMzNGQiLCJ0ZXh0Ijoi5a2j5bqm5Lia5Yqh6KGo546wIMK3IOafseW9ouWbviIsImZvbnRTaXplIjozMC4wfSx7ImNoYXJ0Ijp7ImtpbmQiOiJjb2x1bW4iLCJ0aXRsZSI6IiIsImNhdGVnb3JpZXMiOlsi56ys5LiA5a2j5bqmIiwi56ys5LqM5a2j5bqmIiwi56ys5LiJ5a2j5bqmIiwi56ys5Zub5a2j5bqmIl0sInNlcmllcyI6W3sibmFtZSI6IuaUtuWFpSIsInZhbHVlcyI6WzQyLjAsNTguMCw3Mi4wLDkxLjBdLCJ4IjpbXX1dLCJsZWdlbmQiOnRydWUsImdyaWQiOnRydWUsImxhYmVscyI6dHJ1ZSwieF90aXRsZSI6IiIsInlfdGl0bGUiOiIiLCJ1bml0IjoiIOS4h+WFgyIsIm1pbmltdW0iOm51bGwsIm1heGltdW0iOm51bGwsImNvbG9ycyI6WyIjNDQ3MmM0IiwiI2VkN2QzMSIsIiNhNWE1YTUiLCIjZmZjMDAwIiwiIzViOWJkNSIsIiM3MGFkNDciXX0sImlkIjoiY29udGVudC0wIiwicm90YXRpb24iOjAuMCwib3BhY2l0eSI6MS4wLCJzdHJva2UiOiIjMjAyYjNhIiwic3Ryb2tlV2lkdGgiOjAuMCwia2luZCI6ImNoYXJ0IiwieCI6NzQuMCwieSI6MTIyLjAsIndpZHRoIjo4MTIuMCwiaGVpZ2h0IjozMzAuMCwiZmlsbCI6IiMyN2I2YTciLCJ0ZXh0IjoiIiwiZm9udFNpemUiOjI0LjB9LHsiaWQiOiJmb290ZXItMCIsInJvdGF0aW9uIjowLjAsIm9wYWNpdHkiOjEuMCwic3Ryb2tlIjoiIzIwMmIzYSIsInN0cm9rZVdpZHRoIjowLjAsImtpbmQiOiJ0ZXh0IiwieCI6NTQuMCwieSI6NDkwLjAsIndpZHRoIjo4NTAuMCwiaGVpZ2h0IjoyNS4wLCJmaWxsIjoiIzc3Nzc3NyIsInRleHQiOiJGWSAyMDI2ICAgIC8gICAgSm95RGVjayDljp/liJvlvIDlj5Hpqozor4HmoLfkvosiLCJmb250U2l6ZSI6MTMuMH1dfSx7ImxheW91dCI6bnVsbCwiaW5oZXJpdF9iYWNrZ3JvdW5kIjpmYWxzZSwibm90ZXMiOiLnp4Hlr4bmvJTorrLogIXlpIfms6jvvJrnrKwy6aG177yM5LuF5Zyo5ryU56S66ICF56qX5Y+j5Y+v6KeB44CCIiwic2VjdGlvbiI6bnVsbCwiaGlkZGVuIjpmYWxzZSwiaWQiOiJwYWdlLTEiLCJ0aXRsZSI6IuWto+W6puS4muWKoeihqOeOsCDCtyDmnaHlvaLlm74iLCJiYWNrZ3JvdW5kIjoiI2ZmZmZmZiIsIm9iamVjdHMiOlt7ImlkIjoidGl0bGUtMSIsInJvdGF0aW9uIjowLjAsIm9wYWNpdHkiOjEuMCwic3Ryb2tlIjoiIzIwMmIzYSIsInN0cm9rZVdpZHRoIjowLjAsImtpbmQiOiJ0ZXh0IiwieCI6NTQuMCwieSI6MzIuMCwid2lkdGgiOjg1MC4wLCJoZWlnaHQiOjUwLjAsImZpbGwiOiIjMjAzMzRkIiwidGV4dCI6IuWto+W6puS4muWKoeihqOeOsCDCtyDmnaHlvaLlm74iLCJmb250U2l6ZSI6MzAuMH0seyJjaGFydCI6eyJraW5kIjoiYmFy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MSIsInJvdGF0aW9uIjowLjAsIm9wYWNpdHkiOjEuMCwic3Ryb2tlIjoiIzIwMmIzYSIsInN0cm9rZVdpZHRoIjowLjAsImtpbmQiOiJjaGFydCIsIngiOjc0LjAsInkiOjEyMi4wLCJ3aWR0aCI6ODEyLjAsImhlaWdodCI6MzMwLjAsImZpbGwiOiIjMjdiNmE3IiwidGV4dCI6IiIsImZvbnRTaXplIjoyNC4wfSx7ImlkIjoiZm9vdGVyLTE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M+mhte+8jOS7heWcqOa8lOekuuiAheeql+WPo+WPr+ingeOAgiIsInNlY3Rpb24iOm51bGwsImhpZGRlbiI6ZmFsc2UsImlkIjoicGFnZS0yIiwidGl0bGUiOiLlraPluqbkuJrliqHooajnjrAgwrcg5oqY57q/5Zu+IiwiYmFja2dyb3VuZCI6IiNmZmZmZmYiLCJvYmplY3RzIjpbeyJpZCI6InRpdGxlLTIiLCJyb3RhdGlvbiI6MC4wLCJvcGFjaXR5IjoxLjAsInN0cm9rZSI6IiMyMDJiM2EiLCJzdHJva2VXaWR0aCI6MC4wLCJraW5kIjoidGV4dCIsIngiOjU0LjAsInkiOjMyLjAsIndpZHRoIjo4NTAuMCwiaGVpZ2h0Ijo1MC4wLCJmaWxsIjoiIzIwMzM0ZCIsInRleHQiOiLlraPluqbkuJrliqHooajnjrAgwrcg5oqY57q/5Zu+IiwiZm9udFNpemUiOjMwLjB9LHsiY2hhcnQiOnsia2luZCI6ImxpbmUiLCJ0aXRsZSI6IiIsImNhdGVnb3JpZXMiOlsi56ys5LiA5a2j5bqmIiwi56ys5LqM5a2j5bqmIiwi56ys5LiJ5a2j5bqmIiwi56ys5Zub5a2j5bqmIl0sInNlcmllcyI6W3sibmFtZSI6IuaUtuWFpSIsInZhbHVlcyI6WzQyLjAsNTguMCw3Mi4wLDkxLjBdLCJ4IjpbXX1dLCJsZWdlbmQiOnRydWUsImdyaWQiOnRydWUsImxhYmVscyI6dHJ1ZSwieF90aXRsZSI6IiIsInlfdGl0bGUiOiIiLCJ1bml0IjoiIOS4h+WFgyIsIm1pbmltdW0iOm51bGwsIm1heGltdW0iOm51bGwsImNvbG9ycyI6WyIjNDQ3MmM0IiwiI2VkN2QzMSIsIiNhNWE1YTUiLCIjZmZjMDAwIiwiIzViOWJkNSIsIiM3MGFkNDciXX0sImlkIjoiY29udGVudC0yIiwicm90YXRpb24iOjAuMCwib3BhY2l0eSI6MS4wLCJzdHJva2UiOiIjMjAyYjNhIiwic3Ryb2tlV2lkdGgiOjAuMCwia2luZCI6ImNoYXJ0IiwieCI6NzQuMCwieSI6MTIyLjAsIndpZHRoIjo4MTIuMCwiaGVpZ2h0IjozMzAuMCwiZmlsbCI6IiMyN2I2YTciLCJ0ZXh0IjoiIiwiZm9udFNpemUiOjI0LjB9LHsiaWQiOiJmb290ZXItMiIsInJvdGF0aW9uIjowLjAsIm9wYWNpdHkiOjEuMCwic3Ryb2tlIjoiIzIwMmIzYSIsInN0cm9rZVdpZHRoIjowLjAsImtpbmQiOiJ0ZXh0IiwieCI6NTQuMCwieSI6NDkwLjAsIndpZHRoIjo4NTAuMCwiaGVpZ2h0IjoyNS4wLCJmaWxsIjoiIzc3Nzc3NyIsInRleHQiOiJGWSAyMDI2ICAgIC8gICAgSm95RGVjayDljp/liJvlvIDlj5Hpqozor4HmoLfkvosiLCJmb250U2l6ZSI6MTMuMH1dfSx7ImxheW91dCI6bnVsbCwiaW5oZXJpdF9iYWNrZ3JvdW5kIjpmYWxzZSwibm90ZXMiOiLnp4Hlr4bmvJTorrLogIXlpIfms6jvvJrnrKw06aG177yM5LuF5Zyo5ryU56S66ICF56qX5Y+j5Y+v6KeB44CCIiwic2VjdGlvbiI6bnVsbCwiaGlkZGVuIjpmYWxzZSwiaWQiOiJwYWdlLTMiLCJ0aXRsZSI6IuWto+W6puS4muWKoeihqOeOsCDCtyDppbzlm74iLCJiYWNrZ3JvdW5kIjoiI2ZmZmZmZiIsIm9iamVjdHMiOlt7ImlkIjoidGl0bGUtMyIsInJvdGF0aW9uIjowLjAsIm9wYWNpdHkiOjEuMCwic3Ryb2tlIjoiIzIwMmIzYSIsInN0cm9rZVdpZHRoIjowLjAsImtpbmQiOiJ0ZXh0IiwieCI6NTQuMCwieSI6MzIuMCwid2lkdGgiOjg1MC4wLCJoZWlnaHQiOjUwLjAsImZpbGwiOiIjMjAzMzRkIiwidGV4dCI6IuWto+W6puS4muWKoeihqOeOsCDCtyDppbzlm74iLCJmb250U2l6ZSI6MzAuMH0seyJjaGFydCI6eyJraW5kIjoicGll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MyIsInJvdGF0aW9uIjowLjAsIm9wYWNpdHkiOjEuMCwic3Ryb2tlIjoiIzIwMmIzYSIsInN0cm9rZVdpZHRoIjowLjAsImtpbmQiOiJjaGFydCIsIngiOjc0LjAsInkiOjEyMi4wLCJ3aWR0aCI6ODEyLjAsImhlaWdodCI6MzMwLjAsImZpbGwiOiIjMjdiNmE3IiwidGV4dCI6IiIsImZvbnRTaXplIjoyNC4wfSx7ImlkIjoiZm9vdGVyLTM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emhte+8jOS7heWcqOa8lOekuuiAheeql+WPo+WPr+ingeOAgiIsInNlY3Rpb24iOm51bGwsImhpZGRlbiI6ZmFsc2UsImlkIjoicGFnZS00IiwidGl0bGUiOiLlraPluqbkuJrliqHooajnjrAgwrcg5pWj54K55Zu+IiwiYmFja2dyb3VuZCI6IiNmZmZmZmYiLCJvYmplY3RzIjpbeyJpZCI6InRpdGxlLTQiLCJyb3RhdGlvbiI6MC4wLCJvcGFjaXR5IjoxLjAsInN0cm9rZSI6IiMyMDJiM2EiLCJzdHJva2VXaWR0aCI6MC4wLCJraW5kIjoidGV4dCIsIngiOjU0LjAsInkiOjMyLjAsIndpZHRoIjo4NTAuMCwiaGVpZ2h0Ijo1MC4wLCJmaWxsIjoiIzIwMzM0ZCIsInRleHQiOiLlraPluqbkuJrliqHooajnjrAgwrcg5pWj54K55Zu+IiwiZm9udFNpemUiOjMwLjB9LHsiY2hhcnQiOnsia2luZCI6InNjYXR0ZXIiLCJ0aXRsZSI6IiIsImNhdGVnb3JpZXMiOlsi56ys5LiA5a2j5bqmIiwi56ys5LqM5a2j5bqmIiwi56ys5LiJ5a2j5bqmIiwi56ys5Zub5a2j5bqmIl0sInNlcmllcyI6W3sibmFtZSI6IuaUtuWFpSIsInZhbHVlcyI6WzQyLjAsNTguMCw3Mi4wLDkxLjBdLCJ4IjpbMS4wLDMuMCw3LjAsMTIuMF19XSwibGVnZW5kIjp0cnVlLCJncmlkIjp0cnVlLCJsYWJlbHMiOnRydWUsInhfdGl0bGUiOiLmipXlhaUiLCJ5X3RpdGxlIjoiIiwidW5pdCI6IiDkuIflhYMiLCJtaW5pbXVtIjpudWxsLCJtYXhpbXVtIjpudWxsLCJjb2xvcnMiOlsiIzQ0NzJjNCIsIiNlZDdkMzEiLCIjYTVhNWE1IiwiI2ZmYzAwMCIsIiM1YjliZDUiLCIjNzBhZDQ3Il19LCJpZCI6ImNvbnRlbnQtNCIsInJvdGF0aW9uIjowLjAsIm9wYWNpdHkiOjEuMCwic3Ryb2tlIjoiIzIwMmIzYSIsInN0cm9rZVdpZHRoIjowLjAsImtpbmQiOiJjaGFydCIsIngiOjc0LjAsInkiOjEyMi4wLCJ3aWR0aCI6ODEyLjAsImhlaWdodCI6MzMwLjAsImZpbGwiOiIjMjdiNmE3IiwidGV4dCI6IiIsImZvbnRTaXplIjoyNC4wfSx7ImlkIjoiZm9vdGVyLTQ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umhte+8jOS7heWcqOa8lOekuuiAheeql+WPo+WPr+ingeOAgiIsInNlY3Rpb24iOm51bGwsImhpZGRlbiI6ZmFsc2UsImlkIjoicGFnZS01IiwidGl0bGUiOiLku47orqHliJLliLDmiJDmnpwiLCJiYWNrZ3JvdW5kIjoiI2ZmZmZmZiIsIm9iamVjdHMiOlt7ImlkIjoidGl0bGUtNSIsInJvdGF0aW9uIjowLjAsIm9wYWNpdHkiOjEuMCwic3Ryb2tlIjoiIzIwMmIzYSIsInN0cm9rZVdpZHRoIjowLjAsImtpbmQiOiJ0ZXh0IiwieCI6NTQuMCwieSI6MzIuMCwid2lkdGgiOjg1MC4wLCJoZWlnaHQiOjUwLjAsImZpbGwiOiIjMjAzMzRkIiwidGV4dCI6IuS7juiuoeWIkuWIsOaIkOaenCIsImZvbnRTaXplIjozMC4wfSx7ImRpYWdyYW0iOnsibGF5b3V0IjoicHJvY2VzcyIsIm5vZGVzIjpbeyJpZCI6Im5vZGUtMCIsInRleHQiOiLliLblrprorqHliJIiLCJwYXJlbnQiOm51bGx9LHsiaWQiOiJub2RlLTEiLCJ0ZXh0Ijoi57uE57uH5a6e5pa9IiwicGFyZW50IjpudWxsfSx7ImlkIjoibm9kZS0yIiwidGV4dCI6IuivhOS8sOS8mOWMliIsInBhcmVudCI6bnVsbH1dLCJjb2xvciI6IiM0NDcyYzQifSwiaWQiOiJjb250ZW50LTUiLCJyb3RhdGlvbiI6MC4wLCJvcGFjaXR5IjoxLjAsInN0cm9rZSI6IiMyMDJiM2EiLCJzdHJva2VXaWR0aCI6MC4wLCJraW5kIjoiZGlhZ3JhbSIsIngiOjc0LjAsInkiOjEyMi4wLCJ3aWR0aCI6ODEyLjAsImhlaWdodCI6MzMwLjAsImZpbGwiOiIjMjdiNmE3IiwidGV4dCI6IiIsImZvbnRTaXplIjoyNC4wfSx7ImlkIjoiZm9vdGVyLTU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+mhte+8jOS7heWcqOa8lOekuuiAheeql+WPo+WPr+ingeOAgiIsInNlY3Rpb24iOm51bGwsImhpZGRlbiI6ZmFsc2UsImlkIjoicGFnZS02IiwidGl0bGUiOiLku47orqHliJLliLDmiJDmnpwiLCJiYWNrZ3JvdW5kIjoiI2ZmZmZmZiIsIm9iamVjdHMiOlt7ImlkIjoidGl0bGUtNiIsInJvdGF0aW9uIjowLjAsIm9wYWNpdHkiOjEuMCwic3Ryb2tlIjoiIzIwMmIzYSIsInN0cm9rZVdpZHRoIjowLjAsImtpbmQiOiJ0ZXh0IiwieCI6NTQuMCwieSI6MzIuMCwid2lkdGgiOjg1MC4wLCJoZWlnaHQiOjUwLjAsImZpbGwiOiIjMjAzMzRkIiwidGV4dCI6IuS7juiuoeWIkuWIsOaIkOaenCIsImZvbnRTaXplIjozMC4wfSx7ImRpYWdyYW0iOnsibGF5b3V0IjoiaGllcmFyY2h5Iiwibm9kZXMiOlt7ImlkIjoibm9kZS0wIiwidGV4dCI6IuS4muWKoeiuoeWIkiIsInBhcmVudCI6bnVsbH0seyJpZCI6Im5vZGUtMSIsInRleHQiOiLlrqLmiLflop7plb8iLCJwYXJlbnQiOiJub2RlLTAifSx7ImlkIjoibm9kZS0yIiwidGV4dCI6IuWuouaIt+S9k+mqjCIsInBhcmVudCI6Im5vZGUtMSJ9LHsiaWQiOiJub2RlLTMiLCJ0ZXh0Ijoi5Lqn5ZOB6L+t5LujIiwicGFyZW50Ijoibm9kZS0wIn1dLCJjb2xvciI6IiM0NDcyYzQifSwiaWQiOiJjb250ZW50LTYiLCJyb3RhdGlvbiI6MC4wLCJvcGFjaXR5IjoxLjAsInN0cm9rZSI6IiMyMDJiM2EiLCJzdHJva2VXaWR0aCI6MC4wLCJraW5kIjoiZGlhZ3JhbSIsIngiOjc0LjAsInkiOjEyMi4wLCJ3aWR0aCI6ODEyLjAsImhlaWdodCI6MzMwLjAsImZpbGwiOiIjMjdiNmE3IiwidGV4dCI6IiIsImZvbnRTaXplIjoyNC4wfSx7ImlkIjoiZm9vdGVyLTY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1dfQ==</jd:document>
</file>

<file path=customXml/itemProps1.xml><?xml version="1.0" encoding="utf-8"?>
<ds:datastoreItem xmlns:ds="http://schemas.openxmlformats.org/officeDocument/2006/customXml" ds:itemID="{2687B509-8871-BB4F-9B6F-31B9F1DB06BC}">
  <ds:schemaRefs>
    <ds:schemaRef ds:uri="urn:joydeck:interop: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Macintosh PowerPoint</Application>
  <PresentationFormat>宽屏</PresentationFormat>
  <Paragraphs>29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9" baseType="lpstr">
      <vt:lpstr>sans-serif</vt:lpstr>
      <vt:lpstr>JoyDeck Original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Weimu Ma 马伟木</cp:lastModifiedBy>
  <cp:revision>1</cp:revision>
  <dcterms:modified xsi:type="dcterms:W3CDTF">2026-10-30T10:49:26Z</dcterms:modified>
</cp:coreProperties>
</file>