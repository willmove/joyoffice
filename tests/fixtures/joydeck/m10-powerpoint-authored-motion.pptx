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060B3-9E58-9F79-279B-43865AE87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3F6031-0B48-4C41-4406-7CA1E39EB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A8EC71-0388-8FF6-65A2-827960D88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F2BAA-179E-EF49-837D-FAC827892564}" type="datetimeFigureOut">
              <a:rPr kumimoji="1" lang="zh-CN" altLang="en-US" smtClean="0"/>
              <a:t>2026/10/30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87498B-DAA6-2727-12F2-E4C822640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EB2E22-1B23-E1D2-1CA2-85E8D0BA5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8816A-3591-7744-A194-BF7F2BD181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3025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210FA-7583-A36D-BB13-B1E0A38F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EBACC7-3364-09D4-01D3-486FDFDB7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0D273D-BA9F-CCCD-526D-02E581BAF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F2BAA-179E-EF49-837D-FAC827892564}" type="datetimeFigureOut">
              <a:rPr kumimoji="1" lang="zh-CN" altLang="en-US" smtClean="0"/>
              <a:t>2026/10/30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821959-F75A-7946-0AD4-7D36E8A99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2792F4-6EC5-0374-1FEE-6FE561E9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8816A-3591-7744-A194-BF7F2BD181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4570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966A2-6509-518E-B229-E9B062CDD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50E93A-1D77-C175-3058-24FFFC621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3B5A72-567B-AE6A-60F5-07B3848B1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F2BAA-179E-EF49-837D-FAC827892564}" type="datetimeFigureOut">
              <a:rPr kumimoji="1" lang="zh-CN" altLang="en-US" smtClean="0"/>
              <a:t>2026/10/30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35B585-E6C9-B052-B86B-8911C128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CE5C76-8B43-DAAA-19FF-34FF740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8816A-3591-7744-A194-BF7F2BD181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1171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3EAD1-5A57-63E6-B179-7E41A5DC4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2D79DC-B60A-0DE3-584E-EC3128E34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61DAA1-D0AC-3F0F-B897-09D4581EE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574524-2F93-7C00-79D7-2AAB271E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F2BAA-179E-EF49-837D-FAC827892564}" type="datetimeFigureOut">
              <a:rPr kumimoji="1" lang="zh-CN" altLang="en-US" smtClean="0"/>
              <a:t>2026/10/30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5BBB3D-2871-D63B-6F3F-77A16407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25A397-7F2D-0128-29F6-8FA247692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8816A-3591-7744-A194-BF7F2BD181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686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A3BE5-2284-F921-6774-EE432EA7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D41E2D-B35E-2C40-8CA7-65B04EA7E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196396-B8E7-1095-7057-10F7BBAC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2BFED6-6413-A116-AD2D-9F52D8C802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174965-2411-5B02-2795-7977572D0E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724B54-CA5A-3EA0-420C-799633006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F2BAA-179E-EF49-837D-FAC827892564}" type="datetimeFigureOut">
              <a:rPr kumimoji="1" lang="zh-CN" altLang="en-US" smtClean="0"/>
              <a:t>2026/10/30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D119DFD-F149-D58E-C40F-E5095DAD2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6627BF-F2F0-9710-0625-D88095F7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8816A-3591-7744-A194-BF7F2BD181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4314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ADE01-1919-E97E-1867-ACA61B21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58CA36-B1E8-40A4-6FA0-DF90DF6C0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F2BAA-179E-EF49-837D-FAC827892564}" type="datetimeFigureOut">
              <a:rPr kumimoji="1" lang="zh-CN" altLang="en-US" smtClean="0"/>
              <a:t>2026/10/30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61FCF6-9D4B-62AB-0434-4156C2D51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D9B7EB-3B54-56AC-ED7A-2445A7F8D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8816A-3591-7744-A194-BF7F2BD181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7897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9E739C-08B5-7FAB-0AF1-77A18C0DD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F2BAA-179E-EF49-837D-FAC827892564}" type="datetimeFigureOut">
              <a:rPr kumimoji="1" lang="zh-CN" altLang="en-US" smtClean="0"/>
              <a:t>2026/10/30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7B0193-0ECF-AB75-915E-279387684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1E7831-7117-D431-9287-53BACEF0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8816A-3591-7744-A194-BF7F2BD181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3387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F550C-B0C9-6567-2998-FC373EB85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EA57ED-22F3-213A-65E3-4E520BE90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66B10D-596B-7528-E976-A67C54752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59A160-EFD6-D807-1497-BFA3395AC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F2BAA-179E-EF49-837D-FAC827892564}" type="datetimeFigureOut">
              <a:rPr kumimoji="1" lang="zh-CN" altLang="en-US" smtClean="0"/>
              <a:t>2026/10/30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D41016-1684-762F-CED4-2481A6B6C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8D2267-5EB8-3EDE-89B8-E2D9172D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8816A-3591-7744-A194-BF7F2BD181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7387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CD165-72FE-D2C3-4B5F-C9C9A5CCA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725F1D-F7CF-9A2F-EA68-D7867083CFB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16A0C2-B3E9-FCB9-1F89-38CE37772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51AFA8-0B4E-B4ED-4564-DD38570FA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F2BAA-179E-EF49-837D-FAC827892564}" type="datetimeFigureOut">
              <a:rPr kumimoji="1" lang="zh-CN" altLang="en-US" smtClean="0"/>
              <a:t>2026/10/30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D27CE9-49FD-70B1-5418-FBCE6FC99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4E5608-6500-C253-B45A-6C6893F5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8816A-3591-7744-A194-BF7F2BD181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659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4228B8-A38F-0827-793A-54E0F327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15700F-756E-7249-4553-B4E9A2420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726571-3EEE-6825-20A3-1764D987D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F2BAA-179E-EF49-837D-FAC827892564}" type="datetimeFigureOut">
              <a:rPr kumimoji="1" lang="zh-CN" altLang="en-US" smtClean="0"/>
              <a:t>2026/10/30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272BAA-7D7D-43CC-CC29-E2F251733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6ACD1C-5C1F-47C4-F4ED-7E87BCC2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8816A-3591-7744-A194-BF7F2BD181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0251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D790BDC-5807-CB5C-BED3-B089DF2673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03118F-7061-49CF-7388-41A019C87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341792-9E34-F432-0CB6-03EA4E2A3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F2BAA-179E-EF49-837D-FAC827892564}" type="datetimeFigureOut">
              <a:rPr kumimoji="1" lang="zh-CN" altLang="en-US" smtClean="0"/>
              <a:t>2026/10/30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0D0C8C-9FF8-7BFB-F49E-3A48013A7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C4BD3B-E08D-9B14-0BC3-E1F840316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8816A-3591-7744-A194-BF7F2BD181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6081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35A2AF4-2396-0949-2FE0-0DC4AB2FC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43784D-C9F0-29B3-7432-1E2D89E6D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D76815-A425-4D4D-4E0E-C7AAA9499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F2BAA-179E-EF49-837D-FAC827892564}" type="datetimeFigureOut">
              <a:rPr kumimoji="1" lang="zh-CN" altLang="en-US" smtClean="0"/>
              <a:t>2026/10/30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BA20B3-B9AB-2AD3-2E7E-8A9D91B1B4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BADC7B-4D6F-7867-C431-0D8EF44F9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8816A-3591-7744-A194-BF7F2BD181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517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37AF2-5FE1-7596-A27E-311E2C5501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/>
              <a:t>JoyDeck</a:t>
            </a:r>
            <a:r>
              <a:rPr kumimoji="1" lang="zh-CN" altLang="en-US"/>
              <a:t> 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5E85A9-B581-01A8-F7BF-8E6C8288D8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520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JoyDeck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Weimu Ma 马伟木</dc:creator>
  <cp:lastModifiedBy>Weimu Ma 马伟木</cp:lastModifiedBy>
  <cp:revision>1</cp:revision>
  <dcterms:created xsi:type="dcterms:W3CDTF">2026-10-30T10:05:54Z</dcterms:created>
  <dcterms:modified xsi:type="dcterms:W3CDTF">2026-10-30T10:25:54Z</dcterms:modified>
</cp:coreProperties>
</file>