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2"/>
  </p:sldMasterIdLst>
  <p:sldIdLst>
    <p:sldId id="256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06"/>
  </p:normalViewPr>
  <p:slideViewPr>
    <p:cSldViewPr snapToGrid="0">
      <p:cViewPr varScale="1">
        <p:scale>
          <a:sx n="119" d="100"/>
          <a:sy n="119" d="100"/>
        </p:scale>
        <p:origin x="85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1.xml"/><Relationship Id="rId7" Type="http://schemas.openxmlformats.org/officeDocument/2006/relationships/tableStyles" Target="tableStyles.xml"/><Relationship Id="rId2" Type="http://schemas.openxmlformats.org/officeDocument/2006/relationships/slideMaster" Target="slideMasters/slideMaster1.xml"/><Relationship Id="rId1" Type="http://schemas.openxmlformats.org/officeDocument/2006/relationships/customXml" Target="../customXml/item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JoyDeck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第1页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-3"/>
          <p:cNvSpPr txBox="1"/>
          <p:nvPr/>
        </p:nvSpPr>
        <p:spPr>
          <a:xfrm>
            <a:off x="812800" y="533400"/>
            <a:ext cx="10414000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ct val="130000"/>
              </a:lnSpc>
            </a:pPr>
            <a:r>
              <a:rPr lang="zh-CN" sz="3200" b="0" i="0">
                <a:solidFill>
                  <a:srgbClr val="25334B">
                    <a:alpha val="100000"/>
                  </a:srgbClr>
                </a:solidFill>
                <a:latin typeface="sans-serif"/>
                <a:ea typeface="sans-serif"/>
              </a:rPr>
              <a:t>季度业务回顾</a:t>
            </a:r>
            <a:endParaRPr sz="3200"/>
          </a:p>
        </p:txBody>
      </p:sp>
      <p:sp>
        <p:nvSpPr>
          <p:cNvPr id="3" name="object-4"/>
          <p:cNvSpPr txBox="1"/>
          <p:nvPr/>
        </p:nvSpPr>
        <p:spPr>
          <a:xfrm>
            <a:off x="812800" y="1193800"/>
            <a:ext cx="10414000" cy="406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ct val="130000"/>
              </a:lnSpc>
            </a:pPr>
            <a:r>
              <a:rPr lang="zh-CN" sz="1400" b="0" i="0">
                <a:solidFill>
                  <a:srgbClr val="8490A5">
                    <a:alpha val="100000"/>
                  </a:srgbClr>
                </a:solidFill>
                <a:latin typeface="sans-serif"/>
                <a:ea typeface="sans-serif"/>
              </a:rPr>
              <a:t>FY 2026  /  运营表现与下一阶段重点</a:t>
            </a:r>
            <a:endParaRPr sz="1400"/>
          </a:p>
        </p:txBody>
      </p:sp>
      <p:graphicFrame>
        <p:nvGraphicFramePr>
          <p:cNvPr id="4" name="object-5"/>
          <p:cNvGraphicFramePr/>
          <p:nvPr>
            <p:extLst>
              <p:ext uri="{D42A27DB-BD31-4B8C-83A1-F6EECF244321}">
                <p14:modId xmlns:p14="http://schemas.microsoft.com/office/powerpoint/2010/main" val="3495060449"/>
              </p:ext>
            </p:extLst>
          </p:nvPr>
        </p:nvGraphicFramePr>
        <p:xfrm>
          <a:off x="812800" y="2108200"/>
          <a:ext cx="10566400" cy="3048000"/>
        </p:xfrm>
        <a:graphic>
          <a:graphicData uri="http://schemas.openxmlformats.org/drawingml/2006/table">
            <a:tbl>
              <a:tblPr/>
              <a:tblGrid>
                <a:gridCol w="2113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13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13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13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13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62000">
                <a:tc>
                  <a:txBody>
                    <a:bodyPr/>
                    <a:lstStyle/>
                    <a:p>
                      <a:pPr algn="l"/>
                      <a:r>
                        <a:rPr sz="1800" b="1" i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ans-serif"/>
                          <a:ea typeface="sans-serif"/>
                        </a:rPr>
                        <a:t>业务板块</a:t>
                      </a:r>
                    </a:p>
                  </a:txBody>
                  <a:tcPr marL="76200" marR="76200" marT="76200" marB="76200">
                    <a:lnL w="12700">
                      <a:solidFill>
                        <a:srgbClr val="D8DFEC">
                          <a:alpha val="100000"/>
                        </a:srgbClr>
                      </a:solidFill>
                    </a:lnL>
                    <a:lnR w="12700">
                      <a:solidFill>
                        <a:srgbClr val="D8DFEC">
                          <a:alpha val="100000"/>
                        </a:srgbClr>
                      </a:solidFill>
                    </a:lnR>
                    <a:lnT w="12700">
                      <a:solidFill>
                        <a:srgbClr val="D8DFEC">
                          <a:alpha val="100000"/>
                        </a:srgbClr>
                      </a:solidFill>
                    </a:lnT>
                    <a:lnB w="12700">
                      <a:solidFill>
                        <a:srgbClr val="D8DFEC">
                          <a:alpha val="100000"/>
                        </a:srgbClr>
                      </a:solidFill>
                    </a:lnB>
                    <a:solidFill>
                      <a:srgbClr val="6D5CE7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1" i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ans-serif"/>
                          <a:ea typeface="sans-serif"/>
                        </a:rPr>
                        <a:t>目标 / 万</a:t>
                      </a:r>
                    </a:p>
                  </a:txBody>
                  <a:tcPr marL="76200" marR="76200" marT="76200" marB="76200">
                    <a:lnL w="12700">
                      <a:solidFill>
                        <a:srgbClr val="D8DFEC">
                          <a:alpha val="100000"/>
                        </a:srgbClr>
                      </a:solidFill>
                    </a:lnL>
                    <a:lnR w="12700">
                      <a:solidFill>
                        <a:srgbClr val="D8DFEC">
                          <a:alpha val="100000"/>
                        </a:srgbClr>
                      </a:solidFill>
                    </a:lnR>
                    <a:lnT w="12700">
                      <a:solidFill>
                        <a:srgbClr val="D8DFEC">
                          <a:alpha val="100000"/>
                        </a:srgbClr>
                      </a:solidFill>
                    </a:lnT>
                    <a:lnB w="12700">
                      <a:solidFill>
                        <a:srgbClr val="D8DFEC">
                          <a:alpha val="100000"/>
                        </a:srgbClr>
                      </a:solidFill>
                    </a:lnB>
                    <a:solidFill>
                      <a:srgbClr val="6D5CE7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1" i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ans-serif"/>
                          <a:ea typeface="sans-serif"/>
                        </a:rPr>
                        <a:t>实际 / 万</a:t>
                      </a:r>
                    </a:p>
                  </a:txBody>
                  <a:tcPr marL="76200" marR="76200" marT="76200" marB="76200">
                    <a:lnL w="12700">
                      <a:solidFill>
                        <a:srgbClr val="D8DFEC">
                          <a:alpha val="100000"/>
                        </a:srgbClr>
                      </a:solidFill>
                    </a:lnL>
                    <a:lnR w="12700">
                      <a:solidFill>
                        <a:srgbClr val="D8DFEC">
                          <a:alpha val="100000"/>
                        </a:srgbClr>
                      </a:solidFill>
                    </a:lnR>
                    <a:lnT w="12700">
                      <a:solidFill>
                        <a:srgbClr val="D8DFEC">
                          <a:alpha val="100000"/>
                        </a:srgbClr>
                      </a:solidFill>
                    </a:lnT>
                    <a:lnB w="12700">
                      <a:solidFill>
                        <a:srgbClr val="D8DFEC">
                          <a:alpha val="100000"/>
                        </a:srgbClr>
                      </a:solidFill>
                    </a:lnB>
                    <a:solidFill>
                      <a:srgbClr val="6D5CE7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1" i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ans-serif"/>
                          <a:ea typeface="sans-serif"/>
                        </a:rPr>
                        <a:t>完成率</a:t>
                      </a:r>
                    </a:p>
                  </a:txBody>
                  <a:tcPr marL="76200" marR="76200" marT="76200" marB="76200">
                    <a:lnL w="12700">
                      <a:solidFill>
                        <a:srgbClr val="D8DFEC">
                          <a:alpha val="100000"/>
                        </a:srgbClr>
                      </a:solidFill>
                    </a:lnL>
                    <a:lnR w="12700">
                      <a:solidFill>
                        <a:srgbClr val="D8DFEC">
                          <a:alpha val="100000"/>
                        </a:srgbClr>
                      </a:solidFill>
                    </a:lnR>
                    <a:lnT w="12700">
                      <a:solidFill>
                        <a:srgbClr val="D8DFEC">
                          <a:alpha val="100000"/>
                        </a:srgbClr>
                      </a:solidFill>
                    </a:lnT>
                    <a:lnB w="12700">
                      <a:solidFill>
                        <a:srgbClr val="D8DFEC">
                          <a:alpha val="100000"/>
                        </a:srgbClr>
                      </a:solidFill>
                    </a:lnB>
                    <a:solidFill>
                      <a:srgbClr val="6D5CE7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1" i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ans-serif"/>
                          <a:ea typeface="sans-serif"/>
                        </a:rPr>
                        <a:t>同比增长</a:t>
                      </a:r>
                    </a:p>
                  </a:txBody>
                  <a:tcPr marL="76200" marR="76200" marT="76200" marB="76200">
                    <a:lnL w="12700">
                      <a:solidFill>
                        <a:srgbClr val="D8DFEC">
                          <a:alpha val="100000"/>
                        </a:srgbClr>
                      </a:solidFill>
                    </a:lnL>
                    <a:lnR w="12700">
                      <a:solidFill>
                        <a:srgbClr val="D8DFEC">
                          <a:alpha val="100000"/>
                        </a:srgbClr>
                      </a:solidFill>
                    </a:lnR>
                    <a:lnT w="12700">
                      <a:solidFill>
                        <a:srgbClr val="D8DFEC">
                          <a:alpha val="100000"/>
                        </a:srgbClr>
                      </a:solidFill>
                    </a:lnT>
                    <a:lnB w="12700">
                      <a:solidFill>
                        <a:srgbClr val="D8DFEC">
                          <a:alpha val="100000"/>
                        </a:srgbClr>
                      </a:solidFill>
                    </a:lnB>
                    <a:solidFill>
                      <a:srgbClr val="6D5CE7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algn="l"/>
                      <a:r>
                        <a:rPr sz="1800" b="0" i="0">
                          <a:solidFill>
                            <a:srgbClr val="243247">
                              <a:alpha val="100000"/>
                            </a:srgbClr>
                          </a:solidFill>
                          <a:latin typeface="sans-serif"/>
                          <a:ea typeface="sans-serif"/>
                        </a:rPr>
                        <a:t>企业升级</a:t>
                      </a:r>
                    </a:p>
                  </a:txBody>
                  <a:tcPr marL="76200" marR="76200" marT="76200" marB="76200">
                    <a:lnL w="12700">
                      <a:solidFill>
                        <a:srgbClr val="D8DFEC">
                          <a:alpha val="100000"/>
                        </a:srgbClr>
                      </a:solidFill>
                    </a:lnL>
                    <a:lnR w="12700">
                      <a:solidFill>
                        <a:srgbClr val="D8DFEC">
                          <a:alpha val="100000"/>
                        </a:srgbClr>
                      </a:solidFill>
                    </a:lnR>
                    <a:lnT w="12700">
                      <a:solidFill>
                        <a:srgbClr val="D8DFEC">
                          <a:alpha val="100000"/>
                        </a:srgbClr>
                      </a:solidFill>
                    </a:lnT>
                    <a:lnB w="12700">
                      <a:solidFill>
                        <a:srgbClr val="D8DFEC">
                          <a:alpha val="100000"/>
                        </a:srgbClr>
                      </a:solidFill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800" b="0" i="0">
                          <a:solidFill>
                            <a:srgbClr val="243247">
                              <a:alpha val="100000"/>
                            </a:srgbClr>
                          </a:solidFill>
                          <a:latin typeface="sans-serif"/>
                          <a:ea typeface="sans-serif"/>
                        </a:rPr>
                        <a:t>131</a:t>
                      </a:r>
                      <a:endParaRPr sz="1800" b="0" i="0">
                        <a:solidFill>
                          <a:srgbClr val="243247">
                            <a:alpha val="100000"/>
                          </a:srgbClr>
                        </a:solidFill>
                        <a:latin typeface="sans-serif"/>
                        <a:ea typeface="sans-serif"/>
                      </a:endParaRPr>
                    </a:p>
                  </a:txBody>
                  <a:tcPr marL="76200" marR="76200" marT="76200" marB="76200">
                    <a:lnL w="12700">
                      <a:solidFill>
                        <a:srgbClr val="D8DFEC">
                          <a:alpha val="100000"/>
                        </a:srgbClr>
                      </a:solidFill>
                    </a:lnL>
                    <a:lnR w="12700">
                      <a:solidFill>
                        <a:srgbClr val="D8DFEC">
                          <a:alpha val="100000"/>
                        </a:srgbClr>
                      </a:solidFill>
                    </a:lnR>
                    <a:lnT w="12700">
                      <a:solidFill>
                        <a:srgbClr val="D8DFEC">
                          <a:alpha val="100000"/>
                        </a:srgbClr>
                      </a:solidFill>
                    </a:lnT>
                    <a:lnB w="12700">
                      <a:solidFill>
                        <a:srgbClr val="D8DFEC">
                          <a:alpha val="100000"/>
                        </a:srgbClr>
                      </a:solidFill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 i="0">
                          <a:solidFill>
                            <a:srgbClr val="243247">
                              <a:alpha val="100000"/>
                            </a:srgbClr>
                          </a:solidFill>
                          <a:latin typeface="sans-serif"/>
                          <a:ea typeface="sans-serif"/>
                        </a:rPr>
                        <a:t>136</a:t>
                      </a:r>
                    </a:p>
                  </a:txBody>
                  <a:tcPr marL="76200" marR="76200" marT="76200" marB="76200">
                    <a:lnL w="12700">
                      <a:solidFill>
                        <a:srgbClr val="D8DFEC">
                          <a:alpha val="100000"/>
                        </a:srgbClr>
                      </a:solidFill>
                    </a:lnL>
                    <a:lnR w="12700">
                      <a:solidFill>
                        <a:srgbClr val="D8DFEC">
                          <a:alpha val="100000"/>
                        </a:srgbClr>
                      </a:solidFill>
                    </a:lnR>
                    <a:lnT w="12700">
                      <a:solidFill>
                        <a:srgbClr val="D8DFEC">
                          <a:alpha val="100000"/>
                        </a:srgbClr>
                      </a:solidFill>
                    </a:lnT>
                    <a:lnB w="12700">
                      <a:solidFill>
                        <a:srgbClr val="D8DFEC">
                          <a:alpha val="100000"/>
                        </a:srgbClr>
                      </a:solidFill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 i="0">
                          <a:solidFill>
                            <a:srgbClr val="243247">
                              <a:alpha val="100000"/>
                            </a:srgbClr>
                          </a:solidFill>
                          <a:latin typeface="sans-serif"/>
                          <a:ea typeface="sans-serif"/>
                        </a:rPr>
                        <a:t>113%</a:t>
                      </a:r>
                    </a:p>
                  </a:txBody>
                  <a:tcPr marL="76200" marR="76200" marT="76200" marB="76200">
                    <a:lnL w="12700">
                      <a:solidFill>
                        <a:srgbClr val="D8DFEC">
                          <a:alpha val="100000"/>
                        </a:srgbClr>
                      </a:solidFill>
                    </a:lnL>
                    <a:lnR w="12700">
                      <a:solidFill>
                        <a:srgbClr val="D8DFEC">
                          <a:alpha val="100000"/>
                        </a:srgbClr>
                      </a:solidFill>
                    </a:lnR>
                    <a:lnT w="12700">
                      <a:solidFill>
                        <a:srgbClr val="D8DFEC">
                          <a:alpha val="100000"/>
                        </a:srgbClr>
                      </a:solidFill>
                    </a:lnT>
                    <a:lnB w="12700">
                      <a:solidFill>
                        <a:srgbClr val="D8DFEC">
                          <a:alpha val="100000"/>
                        </a:srgbClr>
                      </a:solidFill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 i="0">
                          <a:solidFill>
                            <a:srgbClr val="243247">
                              <a:alpha val="100000"/>
                            </a:srgbClr>
                          </a:solidFill>
                          <a:latin typeface="sans-serif"/>
                          <a:ea typeface="sans-serif"/>
                        </a:rPr>
                        <a:t>+24%</a:t>
                      </a:r>
                    </a:p>
                  </a:txBody>
                  <a:tcPr marL="76200" marR="76200" marT="76200" marB="76200">
                    <a:lnL w="12700">
                      <a:solidFill>
                        <a:srgbClr val="D8DFEC">
                          <a:alpha val="100000"/>
                        </a:srgbClr>
                      </a:solidFill>
                    </a:lnL>
                    <a:lnR w="12700">
                      <a:solidFill>
                        <a:srgbClr val="D8DFEC">
                          <a:alpha val="100000"/>
                        </a:srgbClr>
                      </a:solidFill>
                    </a:lnR>
                    <a:lnT w="12700">
                      <a:solidFill>
                        <a:srgbClr val="D8DFEC">
                          <a:alpha val="100000"/>
                        </a:srgbClr>
                      </a:solidFill>
                    </a:lnT>
                    <a:lnB w="12700">
                      <a:solidFill>
                        <a:srgbClr val="D8DFEC">
                          <a:alpha val="100000"/>
                        </a:srgbClr>
                      </a:solidFill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algn="l"/>
                      <a:r>
                        <a:rPr sz="1800" b="0" i="0">
                          <a:solidFill>
                            <a:srgbClr val="243247">
                              <a:alpha val="100000"/>
                            </a:srgbClr>
                          </a:solidFill>
                          <a:latin typeface="sans-serif"/>
                          <a:ea typeface="sans-serif"/>
                        </a:rPr>
                        <a:t>软件订阅</a:t>
                      </a:r>
                    </a:p>
                  </a:txBody>
                  <a:tcPr marL="76200" marR="76200" marT="76200" marB="76200">
                    <a:lnL w="12700">
                      <a:solidFill>
                        <a:srgbClr val="D8DFEC">
                          <a:alpha val="100000"/>
                        </a:srgbClr>
                      </a:solidFill>
                    </a:lnL>
                    <a:lnR w="12700">
                      <a:solidFill>
                        <a:srgbClr val="D8DFEC">
                          <a:alpha val="100000"/>
                        </a:srgbClr>
                      </a:solidFill>
                    </a:lnR>
                    <a:lnT w="12700">
                      <a:solidFill>
                        <a:srgbClr val="D8DFEC">
                          <a:alpha val="100000"/>
                        </a:srgbClr>
                      </a:solidFill>
                    </a:lnT>
                    <a:lnB w="12700">
                      <a:solidFill>
                        <a:srgbClr val="D8DFEC">
                          <a:alpha val="100000"/>
                        </a:srgbClr>
                      </a:solidFill>
                    </a:lnB>
                    <a:solidFill>
                      <a:srgbClr val="F2F4F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 i="0">
                          <a:solidFill>
                            <a:srgbClr val="243247">
                              <a:alpha val="100000"/>
                            </a:srgbClr>
                          </a:solidFill>
                          <a:latin typeface="sans-serif"/>
                          <a:ea typeface="sans-serif"/>
                        </a:rPr>
                        <a:t>250</a:t>
                      </a:r>
                    </a:p>
                  </a:txBody>
                  <a:tcPr marL="76200" marR="76200" marT="76200" marB="76200">
                    <a:lnL w="12700">
                      <a:solidFill>
                        <a:srgbClr val="D8DFEC">
                          <a:alpha val="100000"/>
                        </a:srgbClr>
                      </a:solidFill>
                    </a:lnL>
                    <a:lnR w="12700">
                      <a:solidFill>
                        <a:srgbClr val="D8DFEC">
                          <a:alpha val="100000"/>
                        </a:srgbClr>
                      </a:solidFill>
                    </a:lnR>
                    <a:lnT w="12700">
                      <a:solidFill>
                        <a:srgbClr val="D8DFEC">
                          <a:alpha val="100000"/>
                        </a:srgbClr>
                      </a:solidFill>
                    </a:lnT>
                    <a:lnB w="12700">
                      <a:solidFill>
                        <a:srgbClr val="D8DFEC">
                          <a:alpha val="100000"/>
                        </a:srgbClr>
                      </a:solidFill>
                    </a:lnB>
                    <a:solidFill>
                      <a:srgbClr val="F2F4F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 i="0">
                          <a:solidFill>
                            <a:srgbClr val="243247">
                              <a:alpha val="100000"/>
                            </a:srgbClr>
                          </a:solidFill>
                          <a:latin typeface="sans-serif"/>
                          <a:ea typeface="sans-serif"/>
                        </a:rPr>
                        <a:t>268</a:t>
                      </a:r>
                    </a:p>
                  </a:txBody>
                  <a:tcPr marL="76200" marR="76200" marT="76200" marB="76200">
                    <a:lnL w="12700">
                      <a:solidFill>
                        <a:srgbClr val="D8DFEC">
                          <a:alpha val="100000"/>
                        </a:srgbClr>
                      </a:solidFill>
                    </a:lnL>
                    <a:lnR w="12700">
                      <a:solidFill>
                        <a:srgbClr val="D8DFEC">
                          <a:alpha val="100000"/>
                        </a:srgbClr>
                      </a:solidFill>
                    </a:lnR>
                    <a:lnT w="12700">
                      <a:solidFill>
                        <a:srgbClr val="D8DFEC">
                          <a:alpha val="100000"/>
                        </a:srgbClr>
                      </a:solidFill>
                    </a:lnT>
                    <a:lnB w="12700">
                      <a:solidFill>
                        <a:srgbClr val="D8DFEC">
                          <a:alpha val="100000"/>
                        </a:srgbClr>
                      </a:solidFill>
                    </a:lnB>
                    <a:solidFill>
                      <a:srgbClr val="F2F4FA">
                        <a:alpha val="100000"/>
                      </a:srgbClr>
                    </a:solidFill>
                  </a:tcPr>
                </a:tc>
                <a:tc rowSpan="2" gridSpan="2">
                  <a:txBody>
                    <a:bodyPr/>
                    <a:lstStyle/>
                    <a:p>
                      <a:pPr algn="l"/>
                      <a:r>
                        <a:rPr sz="1800" b="0" i="0">
                          <a:solidFill>
                            <a:srgbClr val="243247">
                              <a:alpha val="100000"/>
                            </a:srgbClr>
                          </a:solidFill>
                          <a:latin typeface="sans-serif"/>
                          <a:ea typeface="sans-serif"/>
                        </a:rPr>
                        <a:t>112%</a:t>
                      </a:r>
                    </a:p>
                    <a:p>
                      <a:pPr algn="l"/>
                      <a:r>
                        <a:rPr sz="1800" b="0" i="0">
                          <a:solidFill>
                            <a:srgbClr val="243247">
                              <a:alpha val="100000"/>
                            </a:srgbClr>
                          </a:solidFill>
                          <a:latin typeface="sans-serif"/>
                          <a:ea typeface="sans-serif"/>
                        </a:rPr>
                        <a:t>+32%</a:t>
                      </a:r>
                    </a:p>
                    <a:p>
                      <a:pPr algn="l"/>
                      <a:r>
                        <a:rPr sz="1800" b="0" i="0">
                          <a:solidFill>
                            <a:srgbClr val="243247">
                              <a:alpha val="100000"/>
                            </a:srgbClr>
                          </a:solidFill>
                          <a:latin typeface="sans-serif"/>
                          <a:ea typeface="sans-serif"/>
                        </a:rPr>
                        <a:t>115%</a:t>
                      </a:r>
                    </a:p>
                    <a:p>
                      <a:pPr algn="l"/>
                      <a:r>
                        <a:rPr sz="1800" b="0" i="0">
                          <a:solidFill>
                            <a:srgbClr val="243247">
                              <a:alpha val="100000"/>
                            </a:srgbClr>
                          </a:solidFill>
                          <a:latin typeface="sans-serif"/>
                          <a:ea typeface="sans-serif"/>
                        </a:rPr>
                        <a:t>+18%</a:t>
                      </a:r>
                    </a:p>
                  </a:txBody>
                  <a:tcPr marL="76200" marR="76200" marT="76200" marB="76200">
                    <a:lnL w="12700">
                      <a:solidFill>
                        <a:srgbClr val="D8DFEC">
                          <a:alpha val="100000"/>
                        </a:srgbClr>
                      </a:solidFill>
                    </a:lnL>
                    <a:lnR w="12700">
                      <a:solidFill>
                        <a:srgbClr val="D8DFEC">
                          <a:alpha val="100000"/>
                        </a:srgbClr>
                      </a:solidFill>
                    </a:lnR>
                    <a:lnT w="12700">
                      <a:solidFill>
                        <a:srgbClr val="D8DFEC">
                          <a:alpha val="100000"/>
                        </a:srgbClr>
                      </a:solidFill>
                    </a:lnT>
                    <a:lnB w="12700">
                      <a:solidFill>
                        <a:srgbClr val="D8DFEC">
                          <a:alpha val="100000"/>
                        </a:srgbClr>
                      </a:solidFill>
                    </a:lnB>
                    <a:solidFill>
                      <a:srgbClr val="F2F4FA">
                        <a:alpha val="100000"/>
                      </a:srgb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76200" marR="76200" marT="76200" marB="76200">
                    <a:lnL>
                      <a:noFill/>
                    </a:lnL>
                    <a:lnR w="12700">
                      <a:solidFill>
                        <a:srgbClr val="D8DFEC">
                          <a:alpha val="100000"/>
                        </a:srgbClr>
                      </a:solidFill>
                    </a:lnR>
                    <a:lnT w="12700">
                      <a:solidFill>
                        <a:srgbClr val="D8DFEC">
                          <a:alpha val="100000"/>
                        </a:srgbClr>
                      </a:solidFill>
                    </a:lnT>
                    <a:lnB>
                      <a:noFill/>
                    </a:lnB>
                    <a:solidFill>
                      <a:srgbClr val="F2F4FA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algn="l"/>
                      <a:r>
                        <a:rPr sz="1800" b="0" i="0">
                          <a:solidFill>
                            <a:srgbClr val="243247">
                              <a:alpha val="100000"/>
                            </a:srgbClr>
                          </a:solidFill>
                          <a:latin typeface="sans-serif"/>
                          <a:ea typeface="sans-serif"/>
                        </a:rPr>
                        <a:t>专业支持</a:t>
                      </a:r>
                    </a:p>
                  </a:txBody>
                  <a:tcPr marL="76200" marR="76200" marT="76200" marB="76200">
                    <a:lnL w="12700">
                      <a:solidFill>
                        <a:srgbClr val="D8DFEC">
                          <a:alpha val="100000"/>
                        </a:srgbClr>
                      </a:solidFill>
                    </a:lnL>
                    <a:lnR w="12700">
                      <a:solidFill>
                        <a:srgbClr val="D8DFEC">
                          <a:alpha val="100000"/>
                        </a:srgbClr>
                      </a:solidFill>
                    </a:lnR>
                    <a:lnT w="12700">
                      <a:solidFill>
                        <a:srgbClr val="D8DFEC">
                          <a:alpha val="100000"/>
                        </a:srgbClr>
                      </a:solidFill>
                    </a:lnT>
                    <a:lnB w="12700">
                      <a:solidFill>
                        <a:srgbClr val="D8DFEC">
                          <a:alpha val="100000"/>
                        </a:srgbClr>
                      </a:solidFill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 i="0">
                          <a:solidFill>
                            <a:srgbClr val="243247">
                              <a:alpha val="100000"/>
                            </a:srgbClr>
                          </a:solidFill>
                          <a:latin typeface="sans-serif"/>
                          <a:ea typeface="sans-serif"/>
                        </a:rPr>
                        <a:t>80</a:t>
                      </a:r>
                    </a:p>
                  </a:txBody>
                  <a:tcPr marL="76200" marR="76200" marT="76200" marB="76200">
                    <a:lnL w="12700">
                      <a:solidFill>
                        <a:srgbClr val="D8DFEC">
                          <a:alpha val="100000"/>
                        </a:srgbClr>
                      </a:solidFill>
                    </a:lnL>
                    <a:lnR w="12700">
                      <a:solidFill>
                        <a:srgbClr val="D8DFEC">
                          <a:alpha val="100000"/>
                        </a:srgbClr>
                      </a:solidFill>
                    </a:lnR>
                    <a:lnT w="12700">
                      <a:solidFill>
                        <a:srgbClr val="D8DFEC">
                          <a:alpha val="100000"/>
                        </a:srgbClr>
                      </a:solidFill>
                    </a:lnT>
                    <a:lnB w="12700">
                      <a:solidFill>
                        <a:srgbClr val="D8DFEC">
                          <a:alpha val="100000"/>
                        </a:srgbClr>
                      </a:solidFill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 i="0">
                          <a:solidFill>
                            <a:srgbClr val="243247">
                              <a:alpha val="100000"/>
                            </a:srgbClr>
                          </a:solidFill>
                          <a:latin typeface="sans-serif"/>
                          <a:ea typeface="sans-serif"/>
                        </a:rPr>
                        <a:t>92</a:t>
                      </a:r>
                    </a:p>
                  </a:txBody>
                  <a:tcPr marL="76200" marR="76200" marT="76200" marB="76200">
                    <a:lnL w="12700">
                      <a:solidFill>
                        <a:srgbClr val="D8DFEC">
                          <a:alpha val="100000"/>
                        </a:srgbClr>
                      </a:solidFill>
                    </a:lnL>
                    <a:lnR w="12700">
                      <a:solidFill>
                        <a:srgbClr val="D8DFEC">
                          <a:alpha val="100000"/>
                        </a:srgbClr>
                      </a:solidFill>
                    </a:lnR>
                    <a:lnT w="12700">
                      <a:solidFill>
                        <a:srgbClr val="D8DFEC">
                          <a:alpha val="100000"/>
                        </a:srgbClr>
                      </a:solidFill>
                    </a:lnT>
                    <a:lnB w="12700">
                      <a:solidFill>
                        <a:srgbClr val="D8DFEC">
                          <a:alpha val="100000"/>
                        </a:srgbClr>
                      </a:solidFill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 gridSpan="2" vMerge="1"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76200" marR="76200" marT="76200" marB="76200">
                    <a:lnL w="12700">
                      <a:solidFill>
                        <a:srgbClr val="D8DFEC">
                          <a:alpha val="100000"/>
                        </a:srgbClr>
                      </a:solidFill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8DFEC">
                          <a:alpha val="100000"/>
                        </a:srgbClr>
                      </a:solidFill>
                    </a:lnB>
                    <a:solidFill>
                      <a:srgbClr val="F2F4FA">
                        <a:alpha val="100000"/>
                      </a:srgb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76200" marR="76200" marT="76200" marB="76200">
                    <a:lnL>
                      <a:noFill/>
                    </a:lnL>
                    <a:lnR w="12700">
                      <a:solidFill>
                        <a:srgbClr val="D8DFEC">
                          <a:alpha val="100000"/>
                        </a:srgbClr>
                      </a:solidFill>
                    </a:lnR>
                    <a:lnT>
                      <a:noFill/>
                    </a:lnT>
                    <a:lnB w="12700">
                      <a:solidFill>
                        <a:srgbClr val="D8DFEC">
                          <a:alpha val="100000"/>
                        </a:srgbClr>
                      </a:solidFill>
                    </a:lnB>
                    <a:solidFill>
                      <a:srgbClr val="F2F4FA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object-6"/>
          <p:cNvSpPr txBox="1"/>
          <p:nvPr/>
        </p:nvSpPr>
        <p:spPr>
          <a:xfrm>
            <a:off x="812800" y="5600700"/>
            <a:ext cx="10566400" cy="508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ct val="130000"/>
              </a:lnSpc>
            </a:pPr>
            <a:r>
              <a:rPr lang="zh-CN" sz="1600" b="0" i="0">
                <a:solidFill>
                  <a:srgbClr val="69788F">
                    <a:alpha val="100000"/>
                  </a:srgbClr>
                </a:solidFill>
                <a:latin typeface="sans-serif"/>
                <a:ea typeface="sans-serif"/>
              </a:rPr>
              <a:t>核心业务持续增长，订阅收入占比进一步提升。</a:t>
            </a:r>
            <a:endParaRPr sz="16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JoyDeck Original">
  <a:themeElements>
    <a:clrScheme name="JoyDeck">
      <a:dk1>
        <a:srgbClr val="202B3A"/>
      </a:dk1>
      <a:lt1>
        <a:srgbClr val="FFFFFF"/>
      </a:lt1>
      <a:dk2>
        <a:srgbClr val="15202D"/>
      </a:dk2>
      <a:lt2>
        <a:srgbClr val="EEEEEE"/>
      </a:lt2>
      <a:accent1>
        <a:srgbClr val="087F8C"/>
      </a:accent1>
      <a:accent2>
        <a:srgbClr val="1265C5"/>
      </a:accent2>
      <a:accent3>
        <a:srgbClr val="C05050"/>
      </a:accent3>
      <a:accent4>
        <a:srgbClr val="808040"/>
      </a:accent4>
      <a:accent5>
        <a:srgbClr val="804080"/>
      </a:accent5>
      <a:accent6>
        <a:srgbClr val="408080"/>
      </a:accent6>
      <a:hlink>
        <a:srgbClr val="0000FF"/>
      </a:hlink>
      <a:folHlink>
        <a:srgbClr val="800080"/>
      </a:folHlink>
    </a:clrScheme>
    <a:fontScheme name="JoyDeck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JoyDeck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1270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jd:document xmlns:jd="urn:joydeck:interop:1" version="1" digest="7024d13ea4cbdf4ed8dddf93744d199b3746b29e2b24112f4efb062e24449f08">eyJkZXNpZ24iOnsidGhlbWVzIjp7fSwibWFzdGVycyI6e30sImxheW91dHMiOnt9fSwib3JnYW5pemF0aW9uIjp7ImF1dGhvciI6IkpveURlY2siLCJzdWJqZWN0Ijoi5Y6f5Yib6KGo5qC86aqM5pS25qC35L6LIiwic2VjdGlvbnMiOnt9fSwiZmllbGREYXRlIjoiMjAyNi0xMC0zMCIsInRpdGxlIjoi5a2j5bqm5Lia5Yqh5Zue6aG+Iiwid2lkdGgiOjk2MC4wLCJoZWlnaHQiOjU0MC4wLCJzbGlkZXMiOlt7ImxheW91dCI6bnVsbCwiaW5oZXJpdF9iYWNrZ3JvdW5kIjpmYWxzZSwibm90ZXMiOiIiLCJzZWN0aW9uIjpudWxsLCJoaWRkZW4iOmZhbHNlLCJpZCI6InBhZ2UtMSIsInRpdGxlIjoi56ysMemhtSIsImJhY2tncm91bmQiOiIjZmZmZmZmIiwib2JqZWN0cyI6W3siaWQiOiJvYmplY3QtMyIsInJvdGF0aW9uIjowLjAsIm9wYWNpdHkiOjEuMCwic3Ryb2tlIjoiIzIwMmIzYSIsInN0cm9rZVdpZHRoIjowLjAsImtpbmQiOiJ0ZXh0IiwieCI6NjQuMCwieSI6NDIuMCwid2lkdGgiOjgyMC4wLCJoZWlnaHQiOjQ4LjAsImZpbGwiOiIjMjUzMzRiIiwidGV4dCI6IuWto+W6puS4muWKoeWbnumhviIsImZvbnRTaXplIjozMi4wfSx7ImlkIjoib2JqZWN0LTQiLCJyb3RhdGlvbiI6MC4wLCJvcGFjaXR5IjoxLjAsInN0cm9rZSI6IiMyMDJiM2EiLCJzdHJva2VXaWR0aCI6MC4wLCJraW5kIjoidGV4dCIsIngiOjY0LjAsInkiOjk0LjAsIndpZHRoIjo4MjAuMCwiaGVpZ2h0IjozMi4wLCJmaWxsIjoiIzg0OTBhNSIsInRleHQiOiJGWSAyMDI2ICAvICDov5DokKXooajnjrDkuI7kuIvkuIDpmLbmrrXph43ngrkiLCJmb250U2l6ZSI6MTQuMH0seyJ0YWJsZSI6eyJyb3dzIjpbNjAuMCw2MC4wLDYwLjAsNjAuMF0sImNvbHVtbnMiOlsxNjYuNDAwMDEsMTY2LjQwMDAxLDE2Ni40MDAwMSwxNjYuNDAwMDEsMTY2LjQwMDAxXSwiY2VsbHMiOlt7InRleHQiOiLkuJrliqHmnb/lnZciLCJydW5zIjpbXSwic3BhbiI6WzEsMV0sInN0eWxlIjp7ImZpbGwiOm51bGwsImNvbG9yIjpudWxsLCJmYW1pbHkiOm51bGwsInNpemUiOm51bGwsImJvbGQiOm51bGwsImFsaWduIjpudWxsLCJib3JkZXIiOm51bGwsImJvcmRlcl93aWR0aCI6bnVsbCwicGFkZGluZyI6bnVsbH19LHsidGV4dCI6IuebruaghyAvIOS4hyIsInJ1bnMiOltdLCJzcGFuIjpbMSwxXSwic3R5bGUiOnsiZmlsbCI6bnVsbCwiY29sb3IiOm51bGwsImZhbWlseSI6bnVsbCwic2l6ZSI6bnVsbCwiYm9sZCI6bnVsbCwiYWxpZ24iOm51bGwsImJvcmRlciI6bnVsbCwiYm9yZGVyX3dpZHRoIjpudWxsLCJwYWRkaW5nIjpudWxsfX0seyJ0ZXh0Ijoi5a6e6ZmFIC8g5LiHIiwicnVucyI6W10sInNwYW4iOlsxLDFdLCJzdHlsZSI6eyJmaWxsIjpudWxsLCJjb2xvciI6bnVsbCwiZmFtaWx5IjpudWxsLCJzaXplIjpudWxsLCJib2xkIjpudWxsLCJhbGlnbiI6bnVsbCwiYm9yZGVyIjpudWxsLCJib3JkZXJfd2lkdGgiOm51bGwsInBhZGRpbmciOm51bGx9fSx7InRleHQiOiLlrozmiJDnjociLCJydW5zIjpbXSwic3BhbiI6WzEsMV0sInN0eWxlIjp7ImZpbGwiOm51bGwsImNvbG9yIjpudWxsLCJmYW1pbHkiOm51bGwsInNpemUiOm51bGwsImJvbGQiOm51bGwsImFsaWduIjpudWxsLCJib3JkZXIiOm51bGwsImJvcmRlcl93aWR0aCI6bnVsbCwicGFkZGluZyI6bnVsbH19LHsidGV4dCI6IuWQjOavlOWinumVvyIsInJ1bnMiOltdLCJzcGFuIjpbMSwxXSwic3R5bGUiOnsiZmlsbCI6bnVsbCwiY29sb3IiOm51bGwsImZhbWlseSI6bnVsbCwic2l6ZSI6bnVsbCwiYm9sZCI6bnVsbCwiYWxpZ24iOm51bGwsImJvcmRlciI6bnVsbCwiYm9yZGVyX3dpZHRoIjpudWxsLCJwYWRkaW5nIjpudWxsfX0seyJ0ZXh0Ijoi5LyB5Lia5Y2H57qnIiwicnVucyI6W10sInNwYW4iOlsxLDFdLCJzdHlsZSI6eyJmaWxsIjpudWxsLCJjb2xvciI6bnVsbCwiZmFtaWx5IjpudWxsLCJzaXplIjpudWxsLCJib2xkIjpudWxsLCJhbGlnbiI6bnVsbCwiYm9yZGVyIjpudWxsLCJib3JkZXJfd2lkdGgiOm51bGwsInBhZGRpbmciOm51bGx9fSx7InRleHQiOiIxMzAiLCJydW5zIjpbXSwic3BhbiI6WzEsMV0sInN0eWxlIjp7ImZpbGwiOm51bGwsImNvbG9yIjpudWxsLCJmYW1pbHkiOm51bGwsInNpemUiOm51bGwsImJvbGQiOm51bGwsImFsaWduIjpudWxsLCJib3JkZXIiOm51bGwsImJvcmRlcl93aWR0aCI6bnVsbCwicGFkZGluZyI6bnVsbH19LHsidGV4dCI6IjEzNiIsInJ1bnMiOltdLCJzcGFuIjpbMSwxXSwic3R5bGUiOnsiZmlsbCI6bnVsbCwiY29sb3IiOm51bGwsImZhbWlseSI6bnVsbCwic2l6ZSI6bnVsbCwiYm9sZCI6bnVsbCwiYWxpZ24iOm51bGwsImJvcmRlciI6bnVsbCwiYm9yZGVyX3dpZHRoIjpudWxsLCJwYWRkaW5nIjpudWxsfX0seyJ0ZXh0IjoiMTEzJSIsInJ1bnMiOltdLCJzcGFuIjpbMSwxXSwic3R5bGUiOnsiZmlsbCI6bnVsbCwiY29sb3IiOm51bGwsImZhbWlseSI6bnVsbCwic2l6ZSI6bnVsbCwiYm9sZCI6bnVsbCwiYWxpZ24iOm51bGwsImJvcmRlciI6bnVsbCwiYm9yZGVyX3dpZHRoIjpudWxsLCJwYWRkaW5nIjpudWxsfX0seyJ0ZXh0IjoiKzI0JSIsInJ1bnMiOltdLCJzcGFuIjpbMSwxXSwic3R5bGUiOnsiZmlsbCI6bnVsbCwiY29sb3IiOm51bGwsImZhbWlseSI6bnVsbCwic2l6ZSI6bnVsbCwiYm9sZCI6bnVsbCwiYWxpZ24iOm51bGwsImJvcmRlciI6bnVsbCwiYm9yZGVyX3dpZHRoIjpudWxsLCJwYWRkaW5nIjpudWxsfX0seyJ0ZXh0Ijoi6L2v5Lu26K6i6ZiFIiwicnVucyI6W10sInNwYW4iOlsxLDFdLCJzdHlsZSI6eyJmaWxsIjpudWxsLCJjb2xvciI6bnVsbCwiZmFtaWx5IjpudWxsLCJzaXplIjpudWxsLCJib2xkIjpudWxsLCJhbGlnbiI6bnVsbCwiYm9yZGVyIjpudWxsLCJib3JkZXJfd2lkdGgiOm51bGwsInBhZGRpbmciOm51bGx9fSx7InRleHQiOiIyNTAiLCJydW5zIjpbXSwic3BhbiI6WzEsMV0sInN0eWxlIjp7ImZpbGwiOm51bGwsImNvbG9yIjpudWxsLCJmYW1pbHkiOm51bGwsInNpemUiOm51bGwsImJvbGQiOm51bGwsImFsaWduIjpudWxsLCJib3JkZXIiOm51bGwsImJvcmRlcl93aWR0aCI6bnVsbCwicGFkZGluZyI6bnVsbH19LHsidGV4dCI6IjI2OCIsInJ1bnMiOltdLCJzcGFuIjpbMSwxXSwic3R5bGUiOnsiZmlsbCI6bnVsbCwiY29sb3IiOm51bGwsImZhbWlseSI6bnVsbCwic2l6ZSI6bnVsbCwiYm9sZCI6bnVsbCwiYWxpZ24iOm51bGwsImJvcmRlciI6bnVsbCwiYm9yZGVyX3dpZHRoIjpudWxsLCJwYWRkaW5nIjpudWxsfX0seyJ0ZXh0IjoiMTEyJVxuKzMyJVxuMTE1JVxuKzE4JSIsInJ1bnMiOlt7InN0YXJ0IjowLCJlbmQiOjUsInN0eWxlIjp7ImZhbWlseSI6InNhbnMtc2VyaWYiLCJzaXplIjoxOC4wLCJib2xkIjpmYWxzZSwiaXRhbGljIjpmYWxzZSwiY29sb3IiOiIjMjQzMjQ3In19LHsic3RhcnQiOjUsImVuZCI6MTAsInN0eWxlIjp7ImZhbWlseSI6InNhbnMtc2VyaWYiLCJzaXplIjoxOC4wLCJib2xkIjpmYWxzZSwiaXRhbGljIjpmYWxzZSwiY29sb3IiOiIjMjQzMjQ3In19LHsic3RhcnQiOjEwLCJlbmQiOjE1LCJzdHlsZSI6eyJmYW1pbHkiOiJzYW5zLXNlcmlmIiwic2l6ZSI6MTguMCwiYm9sZCI6ZmFsc2UsIml0YWxpYyI6ZmFsc2UsImNvbG9yIjoiIzI0MzI0NyJ9fSx7InN0YXJ0IjoxNSwiZW5kIjoxOSwic3R5bGUiOnsiZmFtaWx5Ijoic2Fucy1zZXJpZiIsInNpemUiOjE4LjAsImJvbGQiOmZhbHNlLCJpdGFsaWMiOmZhbHNlLCJjb2xvciI6IiMyNDMyNDcifX1dLCJzcGFuIjpbMiwyXSwic3R5bGUiOnsiZmlsbCI6bnVsbCwiY29sb3IiOm51bGwsImZhbWlseSI6bnVsbCwic2l6ZSI6bnVsbCwiYm9sZCI6bnVsbCwiYWxpZ24iOm51bGwsImJvcmRlciI6bnVsbCwiYm9yZGVyX3dpZHRoIjpudWxsLCJwYWRkaW5nIjpudWxsfX0seyJ0ZXh0IjoiIiwicnVucyI6W10sInNwYW4iOlswLDBdLCJzdHlsZSI6eyJmaWxsIjpudWxsLCJjb2xvciI6bnVsbCwiZmFtaWx5IjpudWxsLCJzaXplIjpudWxsLCJib2xkIjpudWxsLCJhbGlnbiI6bnVsbCwiYm9yZGVyIjpudWxsLCJib3JkZXJfd2lkdGgiOm51bGwsInBhZGRpbmciOm51bGx9fSx7InRleHQiOiLkuJPkuJrmlK/mjIEiLCJydW5zIjpbXSwic3BhbiI6WzEsMV0sInN0eWxlIjp7ImZpbGwiOm51bGwsImNvbG9yIjpudWxsLCJmYW1pbHkiOm51bGwsInNpemUiOm51bGwsImJvbGQiOm51bGwsImFsaWduIjpudWxsLCJib3JkZXIiOm51bGwsImJvcmRlcl93aWR0aCI6bnVsbCwicGFkZGluZyI6bnVsbH19LHsidGV4dCI6IjgwIiwicnVucyI6W10sInNwYW4iOlsxLDFdLCJzdHlsZSI6eyJmaWxsIjpudWxsLCJjb2xvciI6bnVsbCwiZmFtaWx5IjpudWxsLCJzaXplIjpudWxsLCJib2xkIjpudWxsLCJhbGlnbiI6bnVsbCwiYm9yZGVyIjpudWxsLCJib3JkZXJfd2lkdGgiOm51bGwsInBhZGRpbmciOm51bGx9fSx7InRleHQiOiI5MiIsInJ1bnMiOltdLCJzcGFuIjpbMSwxXSwic3R5bGUiOnsiZmlsbCI6bnVsbCwiY29sb3IiOm51bGwsImZhbWlseSI6bnVsbCwic2l6ZSI6bnVsbCwiYm9sZCI6bnVsbCwiYWxpZ24iOm51bGwsImJvcmRlciI6bnVsbCwiYm9yZGVyX3dpZHRoIjpudWxsLCJwYWRkaW5nIjpudWxsfX0seyJ0ZXh0IjoiIiwicnVucyI6W10sInNwYW4iOlswLDBdLCJzdHlsZSI6eyJmaWxsIjpudWxsLCJjb2xvciI6bnVsbCwiZmFtaWx5IjpudWxsLCJzaXplIjpudWxsLCJib2xkIjpudWxsLCJhbGlnbiI6bnVsbCwiYm9yZGVyIjpudWxsLCJib3JkZXJfd2lkdGgiOm51bGwsInBhZGRpbmciOm51bGx9fSx7InRleHQiOiIiLCJydW5zIjpbXSwic3BhbiI6WzAsMF0sInN0eWxlIjp7ImZpbGwiOm51bGwsImNvbG9yIjpudWxsLCJmYW1pbHkiOm51bGwsInNpemUiOm51bGwsImJvbGQiOm51bGwsImFsaWduIjpudWxsLCJib3JkZXIiOm51bGwsImJvcmRlcl93aWR0aCI6bnVsbCwicGFkZGluZyI6bnVsbH19XSwic3R5bGUiOnsiaGVhZGVyIjp0cnVlLCJiYW5kZWQiOnRydWUsImJvcmRlciI6IiNkOGRmZWMiLCJib3JkZXJfd2lkdGgiOjEuMCwiaGVhZGVyX2ZpbGwiOiJAYWNjZW50IiwiYm9keV9maWxsIjoiI2ZmZmZmZiIsImJhbmRfZmlsbCI6IiNmMmY0ZmEiLCJjb2xvciI6IiMyNDMyNDciLCJoZWFkZXJfY29sb3IiOiIjZmZmZmZmIiwiZmFtaWx5IjoiQGJvZHkiLCJzaXplIjoxOC4wLCJwYWRkaW5nIjo2LjAsImFsaWduIjoibGVmdCJ9fSwiaWQiOiJvYmplY3QtNSIsInJvdGF0aW9uIjowLjAsIm9wYWNpdHkiOjEuMCwic3Ryb2tlIjoiIzIwMmIzYSIsInN0cm9rZVdpZHRoIjowLjAsImtpbmQiOiJ0YWJsZSIsIngiOjY0LjAsInkiOjE2Ni4wLCJ3aWR0aCI6ODMyLjAwMDA2LCJoZWlnaHQiOjI0MC4wLCJmaWxsIjoiIzI3YjZhNyIsInRleHQiOiIiLCJmb250U2l6ZSI6MjQuMH0seyJpZCI6Im9iamVjdC02Iiwicm90YXRpb24iOjAuMCwib3BhY2l0eSI6MS4wLCJzdHJva2UiOiIjMjAyYjNhIiwic3Ryb2tlV2lkdGgiOjAuMCwia2luZCI6InRleHQiLCJ4Ijo2NC4wLCJ5Ijo0NDEuMCwid2lkdGgiOjgzMi4wLCJoZWlnaHQiOjQwLjAsImZpbGwiOiIjNjk3ODhmIiwidGV4dCI6IuaguOW/g+S4muWKoeaMgee7reWinumVv++8jOiuoumYheaUtuWFpeWNoOavlOi/m+S4gOatpeaPkOWNh+OAgiIsImZvbnRTaXplIjoxNi4wfV19XX0=</jd:document>
</file>

<file path=customXml/itemProps1.xml><?xml version="1.0" encoding="utf-8"?>
<ds:datastoreItem xmlns:ds="http://schemas.openxmlformats.org/officeDocument/2006/customXml" ds:itemID="{C8083E16-71F4-9245-81B8-728192B19EED}">
  <ds:schemaRefs>
    <ds:schemaRef ds:uri="urn:joydeck:interop:1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58</Words>
  <Application>Microsoft Macintosh PowerPoint</Application>
  <PresentationFormat>宽屏</PresentationFormat>
  <Paragraphs>23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3" baseType="lpstr">
      <vt:lpstr>sans-serif</vt:lpstr>
      <vt:lpstr>JoyDeck Original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Weimu Ma 马伟木</cp:lastModifiedBy>
  <cp:revision>1</cp:revision>
  <dcterms:modified xsi:type="dcterms:W3CDTF">2026-10-30T08:52:19Z</dcterms:modified>
</cp:coreProperties>
</file>