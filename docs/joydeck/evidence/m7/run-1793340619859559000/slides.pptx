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"/>
  </p:sldMasterIdLst>
  <p:sldIdLst>
    <p:sldId id="256" r:id="slide1"/>
    <p:sldId id="257" r:id="slide2"/>
    <p:sldId id="258" r:id="slide3"/>
  </p:sldIdLst>
  <p:sldSz cx="12192000" cy="6502400"/>
  <p:notesSz cx="6858000" cy="9144000"/>
</p:presentation>
</file>

<file path=ppt/_rels/presentation.xml.rels><?xml version="1.0" encoding="UTF-8"?><Relationships xmlns="http://schemas.openxmlformats.org/package/2006/relationships"><Relationship Id="master" Type="http://schemas.openxmlformats.org/officeDocument/2006/relationships/slideMaster" Target="slideMasters/slideMaster1.xml"/><Relationship Id="snapshot" Type="http://schemas.openxmlformats.org/officeDocument/2006/relationships/customXml" Target="../customXml/joydeck.xml"/><Relationship Id="slide1" Type="http://schemas.openxmlformats.org/officeDocument/2006/relationships/slide" Target="slides/slide1.xml"/><Relationship Id="slide2" Type="http://schemas.openxmlformats.org/officeDocument/2006/relationships/slide" Target="slides/slide2.xml"/><Relationship Id="slide3" Type="http://schemas.openxmlformats.org/officeDocument/2006/relationships/slide" Target="slides/slide3.xml"/></Relationships>
</file>

<file path=ppt/notesSlides/_rels/notesSlide1.xml.rels><?xml version="1.0" encoding="UTF-8"?><Relationships xmlns="http://schemas.openxmlformats.org/package/2006/relationships"><Relationship Id="slide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slide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slide" Type="http://schemas.openxmlformats.org/officeDocument/2006/relationships/slide" Target="../slides/slide3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演讲备注只出现在备注导出，不显示在观众放映窗口。</a:t>
            </a:r>
            <a:endParaRPr sz="2400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演讲备注只出现在备注导出，不显示在观众放映窗口。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演讲备注只出现在备注导出，不显示在观众放映窗口。</a:t>
            </a: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 name="JoyDeck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img4" Type="http://schemas.openxmlformats.org/officeDocument/2006/relationships/image" Target="../media/aedcc0f3f039e4d0a0e3c0476a13373316d371c30db52a4c42dcdd5f41ddb965.png"/><Relationship Id="notes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img4" Type="http://schemas.openxmlformats.org/officeDocument/2006/relationships/image" Target="../media/aedcc0f3f039e4d0a0e3c0476a13373316d371c30db52a4c42dcdd5f41ddb965.png"/><Relationship Id="notes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img4" Type="http://schemas.openxmlformats.org/officeDocument/2006/relationships/image" Target="../media/aedcc0f3f039e4d0a0e3c0476a13373316d371c30db52a4c42dcdd5f41ddb965.png"/><Relationship Id="notes" Type="http://schemas.openxmlformats.org/officeDocument/2006/relationships/notesSlide" Target="../notesSlides/notesSlide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第1页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-2"/>
          <p:cNvSpPr txBox="1"/>
          <p:nvPr/>
        </p:nvSpPr>
        <p:spPr>
          <a:xfrm rot="0">
            <a:off x="762000" y="5715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4000" b="0" i="0">
                <a:solidFill>
                  <a:srgbClr val="087f8c">
                    <a:alpha val="100000"/>
                  </a:srgbClr>
                </a:solidFill>
                <a:latin typeface="sans-serif"/>
                <a:ea typeface="sans-serif"/>
              </a:rPr>
              <a:t xml:space="preserve">M7 文件交付 / Delivery</a:t>
            </a:r>
            <a:endParaRPr sz="4000"/>
          </a:p>
        </p:txBody>
      </p:sp>
      <p:sp>
        <p:nvSpPr>
          <p:cNvPr id="3" name="object-3"/>
          <p:cNvSpPr txBox="1"/>
          <p:nvPr/>
        </p:nvSpPr>
        <p:spPr>
          <a:xfrm rot="0">
            <a:off x="762000" y="2032000"/>
            <a:ext cx="106680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02b3a">
                    <a:alpha val="100000"/>
                  </a:srgbClr>
                </a:solidFill>
                <a:latin typeface="sans-serif"/>
                <a:ea typeface="sans-serif"/>
              </a:rPr>
              <a:t xml:space="preserve">PNG · JPEG · PDF · PPTX</a:t>
            </a:r>
            <a:endParaRPr sz="2400"/>
          </a:p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02b3a">
                    <a:alpha val="100000"/>
                  </a:srgbClr>
                </a:solidFill>
                <a:latin typeface="sans-serif"/>
                <a:ea typeface="sans-serif"/>
              </a:rPr>
              <a:t xml:space="preserve">中文导出与静态放映</a:t>
            </a:r>
            <a:endParaRPr sz="2400"/>
          </a:p>
        </p:txBody>
      </p:sp>
      <p:pic>
        <p:nvPicPr>
          <p:cNvPr id="4" name="object-4"/>
          <p:cNvPicPr/>
          <p:nvPr/>
        </p:nvPicPr>
        <p:blipFill>
          <a:blip r:embed="img4">
            <a:alphaModFix amt="100000"/>
          </a:blip>
          <a:srcRect l="0" t="0" r="0" b="0"/>
          <a:stretch>
            <a:fillRect/>
          </a:stretch>
        </p:blipFill>
        <p:spPr>
          <a:xfrm rot="0">
            <a:off x="8255000" y="3810000"/>
            <a:ext cx="2540000" cy="1905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 name="第1页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-5"/>
          <p:cNvSpPr txBox="1"/>
          <p:nvPr/>
        </p:nvSpPr>
        <p:spPr>
          <a:xfrm rot="0">
            <a:off x="762000" y="5715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4000" b="0" i="0">
                <a:solidFill>
                  <a:srgbClr val="087f8c">
                    <a:alpha val="100000"/>
                  </a:srgbClr>
                </a:solidFill>
                <a:latin typeface="sans-serif"/>
                <a:ea typeface="sans-serif"/>
              </a:rPr>
              <a:t xml:space="preserve">M7 文件交付 / Delivery</a:t>
            </a:r>
            <a:endParaRPr sz="4000"/>
          </a:p>
        </p:txBody>
      </p:sp>
      <p:sp>
        <p:nvSpPr>
          <p:cNvPr id="3" name="object-6"/>
          <p:cNvSpPr txBox="1"/>
          <p:nvPr/>
        </p:nvSpPr>
        <p:spPr>
          <a:xfrm rot="0">
            <a:off x="762000" y="2032000"/>
            <a:ext cx="106680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02b3a">
                    <a:alpha val="100000"/>
                  </a:srgbClr>
                </a:solidFill>
                <a:latin typeface="sans-serif"/>
                <a:ea typeface="sans-serif"/>
              </a:rPr>
              <a:t xml:space="preserve">PNG · JPEG · PDF · PPTX</a:t>
            </a:r>
            <a:endParaRPr sz="2400"/>
          </a:p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02b3a">
                    <a:alpha val="100000"/>
                  </a:srgbClr>
                </a:solidFill>
                <a:latin typeface="sans-serif"/>
                <a:ea typeface="sans-serif"/>
              </a:rPr>
              <a:t xml:space="preserve">中文导出与静态放映</a:t>
            </a:r>
            <a:endParaRPr sz="2400"/>
          </a:p>
        </p:txBody>
      </p:sp>
      <p:pic>
        <p:nvPicPr>
          <p:cNvPr id="4" name="object-7"/>
          <p:cNvPicPr/>
          <p:nvPr/>
        </p:nvPicPr>
        <p:blipFill>
          <a:blip r:embed="img4">
            <a:alphaModFix amt="100000"/>
          </a:blip>
          <a:srcRect l="0" t="0" r="0" b="0"/>
          <a:stretch>
            <a:fillRect/>
          </a:stretch>
        </p:blipFill>
        <p:spPr>
          <a:xfrm rot="0">
            <a:off x="8255000" y="3810000"/>
            <a:ext cx="2540000" cy="1905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第1页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-8"/>
          <p:cNvSpPr txBox="1"/>
          <p:nvPr/>
        </p:nvSpPr>
        <p:spPr>
          <a:xfrm rot="0">
            <a:off x="762000" y="5715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4000" b="0" i="0">
                <a:solidFill>
                  <a:srgbClr val="087f8c">
                    <a:alpha val="100000"/>
                  </a:srgbClr>
                </a:solidFill>
                <a:latin typeface="sans-serif"/>
                <a:ea typeface="sans-serif"/>
              </a:rPr>
              <a:t xml:space="preserve">M7 文件交付 / Delivery</a:t>
            </a:r>
            <a:endParaRPr sz="4000"/>
          </a:p>
        </p:txBody>
      </p:sp>
      <p:sp>
        <p:nvSpPr>
          <p:cNvPr id="3" name="object-9"/>
          <p:cNvSpPr txBox="1"/>
          <p:nvPr/>
        </p:nvSpPr>
        <p:spPr>
          <a:xfrm rot="0">
            <a:off x="762000" y="2032000"/>
            <a:ext cx="106680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02b3a">
                    <a:alpha val="100000"/>
                  </a:srgbClr>
                </a:solidFill>
                <a:latin typeface="sans-serif"/>
                <a:ea typeface="sans-serif"/>
              </a:rPr>
              <a:t xml:space="preserve">PNG · JPEG · PDF · PPTX</a:t>
            </a:r>
            <a:endParaRPr sz="2400"/>
          </a:p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02b3a">
                    <a:alpha val="100000"/>
                  </a:srgbClr>
                </a:solidFill>
                <a:latin typeface="sans-serif"/>
                <a:ea typeface="sans-serif"/>
              </a:rPr>
              <a:t xml:space="preserve">中文导出与静态放映</a:t>
            </a:r>
            <a:endParaRPr sz="2400"/>
          </a:p>
        </p:txBody>
      </p:sp>
      <p:pic>
        <p:nvPicPr>
          <p:cNvPr id="4" name="object-10"/>
          <p:cNvPicPr/>
          <p:nvPr/>
        </p:nvPicPr>
        <p:blipFill>
          <a:blip r:embed="img4">
            <a:alphaModFix amt="100000"/>
          </a:blip>
          <a:srcRect l="0" t="0" r="0" b="0"/>
          <a:stretch>
            <a:fillRect/>
          </a:stretch>
        </p:blipFill>
        <p:spPr>
          <a:xfrm rot="0">
            <a:off x="8255000" y="3810000"/>
            <a:ext cx="2540000" cy="1905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JoyDeck Original">
  <a:themeElements>
    <a:clrScheme name="JoyDeck">
      <a:dk1>
        <a:srgbClr val="202b3a"/>
      </a:dk1>
      <a:lt1>
        <a:srgbClr val="ffffff"/>
      </a:lt1>
      <a:dk2>
        <a:srgbClr val="15202d"/>
      </a:dk2>
      <a:lt2>
        <a:srgbClr val="eeeeee"/>
      </a:lt2>
      <a:accent1>
        <a:srgbClr val="087f8c"/>
      </a:accent1>
      <a:accent2>
        <a:srgbClr val="1265c5"/>
      </a:accent2>
      <a:accent3>
        <a:srgbClr val="c05050"/>
      </a:accent3>
      <a:accent4>
        <a:srgbClr val="808040"/>
      </a:accent4>
      <a:accent5>
        <a:srgbClr val="804080"/>
      </a:accent5>
      <a:accent6>
        <a:srgbClr val="408080"/>
      </a:accent6>
      <a:hlink>
        <a:srgbClr val="0000ff"/>
      </a:hlink>
      <a:folHlink>
        <a:srgbClr val="800080"/>
      </a:folHlink>
    </a:clrScheme>
    <a:fontScheme name="Joy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Jo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joydeck.xml><?xml version="1.0" encoding="utf-8"?>
<jd:document xmlns:jd="urn:joydeck:interop:1" version="1" digest="eb2c30ac14acb372cc3ecf8f4005b14f7dc5b72506aea9d71639fe552bc5a64d">eyJkZXNpZ24iOnsidGhlbWVzIjp7InRoZW1lLTEiOnsibmFtZSI6IkpveURlY2sg5Y6f5YibIiwiY29sb3JzIjp7ImFjY2VudCI6IiMwODdmOGMiLCJiYWNrZ3JvdW5kIjoiI2ZmZmZmZiJ9LCJmb250cyI6eyJib2R5Ijoic2Fucy1zZXJpZiJ9fX0sIm1hc3RlcnMiOnsibWFzdGVyLTEiOnsibmFtZSI6Ium7mOiupOavjeeJiCIsInRoZW1lIjoidGhlbWUtMSIsImJhY2tncm91bmQiOiJAYmFja2dyb3VuZCIsInBsYWNlaG9sZGVycyI6W3sia2luZCI6InRpdGxlIiwiaW5kZXgiOjAsInN0eWxlIjp7ImZyYW1lIjpbNjAuMCw0NS4wLDg0MC4wLDkwLjBdLCJmaWxsIjoiQGFjY2VudCIsInNpemUiOjQwLjAsImZhbWlseSI6IkBib2R5In19XX19LCJsYXlvdXRzIjp7ImxheW91dC0xIjp7Im5hbWUiOiLmoIfpopjkuI7mraPmlociLCJtYXN0ZXIiOiJtYXN0ZXItMSIsImJhY2tncm91bmQiOm51bGwsInBsYWNlaG9sZGVycyI6W3sia2luZCI6ImJvZHkiLCJpbmRleCI6MCwic3R5bGUiOnsiZnJhbWUiOls2MC4wLDE2MC4wLDg0MC4wLDI4MC4wXSwiZmlsbCI6IiMyMDJiM2EiLCJzaXplIjoyNC4wLCJmYW1pbHkiOiJAYm9keSJ9fV19fX0sIm9yZ2FuaXphdGlvbiI6eyJhdXRob3IiOiIiLCJzdWJqZWN0IjoiIiwic2VjdGlvbnMiOnt9fSwiZmllbGREYXRlIjoiIiwicmVzb3VyY2VzIjp7ImFlZGNjMGYzZjAzOWU0ZDBhMGUzYzA0NzZhMTMzNzMzMTZkMzcxYzMwZGI1MmE0YzQyZGNkZDVmNDFkZGI5NjUiOnsid2lkdGgiOjMyLCJoZWlnaHQiOjI0LCJwbmciOlsxMzcsODAsNzgsNzEsMTMsMTAsMjYsMTAsMCwwLDAsMTMsNzMsNzIsNjgsODIsMCwwLDAsMzIsMCwwLDAsMjQsOCw2LDAsMCwwLDE1NSw4MywyNTUsNTIsMCwwLDAsMjI0LDczLDY4LDY1LDg0LDEyMCwxLDIzNywxOTIsMywxNjAsMzYsODksMTUwLDE5OCwyNDEsMjU1LDExOSwyMzgsMTQxLDIwMCwyMDQsMTY3LDExNCw3NSw5OSwxNzQsMTA5LDIxOSwxODIsMTA5LDIxOSwxODIsMTA5LDIxOSwxODIsMTA5LDEwNSwxNDAsMTU4LDE1MCw3NCwxNzUsMTU4LDUwLDUxLDM0LDIzOCwyNDksMTE4LDE4MywxMDYsMTIyLDE2NiwxMzUsNTksMTA3LDIxMywxNzUsMjQyLDIwMSwxMjAsNiwyMDQsMTI4LDI1LDQ4LDMsMTAyLDE5MiwxMiwxNTIsMSw1MSw5Niw2LDIwNCwxMjgsMjUsNDgsMywxMDIsMTkyLDEyLDE1MiwxLDUxLDk2LDYsMjA0LDEyOCwyNSw0OCwzLDEwMiwxOTIsMTIsMTUyLDEsNTEsOTYsNiwyMDQsMTI4LDI1LDQ4LDMsMTAyLDE5MiwxMiwxNTIsMSwyMSw1NCwyNDgsMTExLDY4LDEzMywxMywyNTQsMjcsODEsOTcsMTMxLDI1NSw3MCw4NCwyMTYsMjI0LDE5MSwxNywyMSw1NCwyNDgsMTExLDY4LDEzMywxMywyNTQsMjcsODEsOTcsMTMxLDI1NSw3MCw4NCwyMTYsMjI0LDE5MSwxNywyMSw1NCwyNDgsMTExLDY4LDEzMywxMywyNTQsMjcsODEsOTcsMTMxLDI1NSw3MCw4NCwyMTYsMjI0LDE5MSwxNywyMSw1NCw2MiwxMzUsMjU1LDYyLDg0LDIxNiwyMjQsMTkxLDE3LDIxLDU0LDI0OCwxMTEsNjgsMTMzLDEzLDI1NCwyNyw4MSw5NywxMzEsMjU1LDcwLDg0LDIxNiwyMjQsMTkxLDE3LDIxLDU0LDI0OCwxMTEsNjgsMTMzLDEzLDI1NCwyNyw4MSw5NywxMzEsMjU1LDcwLDg0LDIxNiwyMjQsMTkxLDE3LDIxLDU0LDI0OCwxMTEsMTk2LDYzLDIsOTEsMTU0LDQsMjQsMTM2LDIwMSwyNSwxMzksMCwwLDAsMCw3Myw2OSw3OCw2OCwxNzQsNjYsOTYsMTMwXX19LCJ0aXRsZSI6IuacquWRveWQjeaWh+eovyIsIndpZHRoIjo5NjAuMCwiaGVpZ2h0Ijo1MTIuMCwic2xpZGVzIjpbeyJsYXlvdXQiOiJsYXlvdXQtMSIsImluaGVyaXRfYmFja2dyb3VuZCI6dHJ1ZSwibm90ZXMiOiLmvJTorrLlpIfms6jlj6rlh7rnjrDlnKjlpIfms6jlr7zlh7rvvIzkuI3mmL7npLrlnKjop4LkvJfmlL7mmKDnqpflj6PjgIIiLCJzZWN0aW9uIjpudWxsLCJoaWRkZW4iOmZhbHNlLCJpZCI6InBhZ2UtMSIsInRpdGxlIjoi56ysMemhtSIsImJhY2tncm91bmQiOiIjZmZmZmZmIiwib2JqZWN0cyI6W3siYmluZGluZyI6eyJraW5kIjoidGl0bGUiLCJpbmRleCI6MCwiZGlyZWN0Ijp7ImZyYW1lIjpudWxsLCJmaWxsIjpudWxsLCJzaXplIjpudWxsLCJmYW1pbHkiOm51bGx9fSwiaWQiOiJvYmplY3QtMiIsInJvdGF0aW9uIjowLjAsIm9wYWNpdHkiOjEuMCwic3Ryb2tlIjoiIzIwMmIzYSIsInN0cm9rZVdpZHRoIjowLjAsImtpbmQiOiJ0ZXh0IiwieCI6NjAuMCwieSI6NDUuMCwid2lkdGgiOjg0MC4wLCJoZWlnaHQiOjkwLjAsImZpbGwiOiIjMDg3ZjhjIiwidGV4dCI6Ik03IOaWh+S7tuS6pOS7mCAvIERlbGl2ZXJ5IiwiZm9udFNpemUiOjQwLjB9LHsiYmluZGluZyI6eyJraW5kIjoiYm9keSIsImluZGV4IjowLCJkaXJlY3QiOnsiZnJhbWUiOm51bGwsImZpbGwiOm51bGwsInNpemUiOm51bGwsImZhbWlseSI6bnVsbH19LCJpZCI6Im9iamVjdC0zIiwicm90YXRpb24iOjAuMCwib3BhY2l0eSI6MS4wLCJzdHJva2UiOiIjMjAyYjNhIiwic3Ryb2tlV2lkdGgiOjAuMCwia2luZCI6InRleHQiLCJ4Ijo2MC4wLCJ5IjoxNjAuMCwid2lkdGgiOjg0MC4wLCJoZWlnaHQiOjI4MC4wLCJmaWxsIjoiIzIwMmIzYSIsInRleHQiOiJQTkcgwrcgSlBFRyDCtyBQREYgwrcgUFBUWFxu5Lit5paH5a+85Ye65LiO6Z2Z5oCB5pS+5pigIiwiZm9udFNpemUiOjI0LjB9LHsiaWQiOiJvYmplY3QtNCIsInJvdGF0aW9uIjowLjAsIm9wYWNpdHkiOjEuMCwic3Ryb2tlIjoiIzIwMmIzYSIsInN0cm9rZVdpZHRoIjowLjAsImltYWdlIjp7InJlc291cmNlIjoiYWVkY2MwZjNmMDM5ZTRkMGEwZTNjMDQ3NmExMzM3MzMxNmQzNzFjMzBkYjUyYTRjNDJkY2RkNWY0MWRkYjk2NSIsImNyb3AiOlswLjAsMC4wLDEuMCwxLjBdfSwia2luZCI6ImltYWdlIiwieCI6NjUwLjAsInkiOjMwMC4wLCJ3aWR0aCI6MjAwLjAsImhlaWdodCI6MTUwLjAsImZpbGwiOiIjMjdiNmE3IiwidGV4dCI6IiIsImZvbnRTaXplIjoyNC4wfV19LHsibGF5b3V0IjoibGF5b3V0LTEiLCJpbmhlcml0X2JhY2tncm91bmQiOnRydWUsIm5vdGVzIjoi5ryU6K6y5aSH5rOo5Y+q5Ye6546w5Zyo5aSH5rOo5a+85Ye677yM5LiN5pi+56S65Zyo6KeC5LyX5pS+5pig56qX5Y+j44CCIiwic2VjdGlvbiI6bnVsbCwiaGlkZGVuIjp0cnVlLCJpZCI6InBhZ2UtMiIsInRpdGxlIjoi56ysMemhtSIsImJhY2tncm91bmQiOiIjZmZmZmZmIiwib2JqZWN0cyI6W3siYmluZGluZyI6eyJraW5kIjoidGl0bGUiLCJpbmRleCI6MCwiZGlyZWN0Ijp7ImZyYW1lIjpudWxsLCJmaWxsIjpudWxsLCJzaXplIjpudWxsLCJmYW1pbHkiOm51bGx9fSwiaWQiOiJvYmplY3QtNSIsInJvdGF0aW9uIjowLjAsIm9wYWNpdHkiOjEuMCwic3Ryb2tlIjoiIzIwMmIzYSIsInN0cm9rZVdpZHRoIjowLjAsImtpbmQiOiJ0ZXh0IiwieCI6NjAuMCwieSI6NDUuMCwid2lkdGgiOjg0MC4wLCJoZWlnaHQiOjkwLjAsImZpbGwiOiIjMDg3ZjhjIiwidGV4dCI6Ik03IOaWh+S7tuS6pOS7mCAvIERlbGl2ZXJ5IiwiZm9udFNpemUiOjQwLjB9LHsiYmluZGluZyI6eyJraW5kIjoiYm9keSIsImluZGV4IjowLCJkaXJlY3QiOnsiZnJhbWUiOm51bGwsImZpbGwiOm51bGwsInNpemUiOm51bGwsImZhbWlseSI6bnVsbH19LCJpZCI6Im9iamVjdC02Iiwicm90YXRpb24iOjAuMCwib3BhY2l0eSI6MS4wLCJzdHJva2UiOiIjMjAyYjNhIiwic3Ryb2tlV2lkdGgiOjAuMCwia2luZCI6InRleHQiLCJ4Ijo2MC4wLCJ5IjoxNjAuMCwid2lkdGgiOjg0MC4wLCJoZWlnaHQiOjI4MC4wLCJmaWxsIjoiIzIwMmIzYSIsInRleHQiOiJQTkcgwrcgSlBFRyDCtyBQREYgwrcgUFBUWFxu5Lit5paH5a+85Ye65LiO6Z2Z5oCB5pS+5pigIiwiZm9udFNpemUiOjI0LjB9LHsiaWQiOiJvYmplY3QtNyIsInJvdGF0aW9uIjowLjAsIm9wYWNpdHkiOjEuMCwic3Ryb2tlIjoiIzIwMmIzYSIsInN0cm9rZVdpZHRoIjowLjAsImltYWdlIjp7InJlc291cmNlIjoiYWVkY2MwZjNmMDM5ZTRkMGEwZTNjMDQ3NmExMzM3MzMxNmQzNzFjMzBkYjUyYTRjNDJkY2RkNWY0MWRkYjk2NSIsImNyb3AiOlswLjAsMC4wLDEuMCwxLjBdfSwia2luZCI6ImltYWdlIiwieCI6NjUwLjAsInkiOjMwMC4wLCJ3aWR0aCI6MjAwLjAsImhlaWdodCI6MTUwLjAsImZpbGwiOiIjMjdiNmE3IiwidGV4dCI6IiIsImZvbnRTaXplIjoyNC4wfV19LHsibGF5b3V0IjoibGF5b3V0LTEiLCJpbmhlcml0X2JhY2tncm91bmQiOnRydWUsIm5vdGVzIjoi5ryU6K6y5aSH5rOo5Y+q5Ye6546w5Zyo5aSH5rOo5a+85Ye677yM5LiN5pi+56S65Zyo6KeC5LyX5pS+5pig56qX5Y+j44CCIiwic2VjdGlvbiI6bnVsbCwiaGlkZGVuIjpmYWxzZSwiaWQiOiJwYWdlLTMiLCJ0aXRsZSI6IuesrDHpobUiLCJiYWNrZ3JvdW5kIjoiI2ZmZmZmZiIsIm9iamVjdHMiOlt7ImJpbmRpbmciOnsia2luZCI6InRpdGxlIiwiaW5kZXgiOjAsImRpcmVjdCI6eyJmcmFtZSI6bnVsbCwiZmlsbCI6bnVsbCwic2l6ZSI6bnVsbCwiZmFtaWx5IjpudWxsfX0sImlkIjoib2JqZWN0LTgiLCJyb3RhdGlvbiI6MC4wLCJvcGFjaXR5IjoxLjAsInN0cm9rZSI6IiMyMDJiM2EiLCJzdHJva2VXaWR0aCI6MC4wLCJraW5kIjoidGV4dCIsIngiOjYwLjAsInkiOjQ1LjAsIndpZHRoIjo4NDAuMCwiaGVpZ2h0Ijo5MC4wLCJmaWxsIjoiIzA4N2Y4YyIsInRleHQiOiJNNyDmlofku7bkuqTku5ggLyBEZWxpdmVyeSIsImZvbnRTaXplIjo0MC4wfSx7ImJpbmRpbmciOnsia2luZCI6ImJvZHkiLCJpbmRleCI6MCwiZGlyZWN0Ijp7ImZyYW1lIjpudWxsLCJmaWxsIjpudWxsLCJzaXplIjpudWxsLCJmYW1pbHkiOm51bGx9fSwiaWQiOiJvYmplY3QtOSIsInJvdGF0aW9uIjowLjAsIm9wYWNpdHkiOjEuMCwic3Ryb2tlIjoiIzIwMmIzYSIsInN0cm9rZVdpZHRoIjowLjAsImtpbmQiOiJ0ZXh0IiwieCI6NjAuMCwieSI6MTYwLjAsIndpZHRoIjo4NDAuMCwiaGVpZ2h0IjoyODAuMCwiZmlsbCI6IiMyMDJiM2EiLCJ0ZXh0IjoiUE5HIMK3IEpQRUcgwrcgUERGIMK3IFBQVFhcbuS4reaWh+WvvOWHuuS4jumdmeaAgeaUvuaYoCIsImZvbnRTaXplIjoyNC4wfSx7ImlkIjoib2JqZWN0LTEwIiwicm90YXRpb24iOjAuMCwib3BhY2l0eSI6MS4wLCJzdHJva2UiOiIjMjAyYjNhIiwic3Ryb2tlV2lkdGgiOjAuMCwiaW1hZ2UiOnsicmVzb3VyY2UiOiJhZWRjYzBmM2YwMzllNGQwYTBlM2MwNDc2YTEzMzczMzE2ZDM3MWMzMGRiNTJhNGM0MmRjZGQ1ZjQxZGRiOTY1IiwiY3JvcCI6WzAuMCwwLjAsMS4wLDEuMF19LCJraW5kIjoiaW1hZ2UiLCJ4Ijo2NTAuMCwieSI6MzAwLjAsIndpZHRoIjoyMDAuMCwiaGVpZ2h0IjoxNTAuMCwiZmlsbCI6IiMyN2I2YTciLCJ0ZXh0IjoiIiwiZm9udFNpemUiOjI0LjB9XX1dfQ==</jd:document>
</file>